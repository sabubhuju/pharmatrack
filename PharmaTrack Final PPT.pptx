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3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8" r:id="rId12"/>
    <p:sldId id="264" r:id="rId13"/>
    <p:sldId id="275" r:id="rId14"/>
    <p:sldId id="270" r:id="rId15"/>
    <p:sldId id="271" r:id="rId16"/>
    <p:sldId id="273" r:id="rId17"/>
    <p:sldId id="272" r:id="rId18"/>
    <p:sldId id="274" r:id="rId19"/>
  </p:sldIdLst>
  <p:sldSz cx="18288000" cy="10287000"/>
  <p:notesSz cx="6858000" cy="9144000"/>
  <p:embeddedFontLst>
    <p:embeddedFont>
      <p:font typeface="Montserrat Bold" panose="00000800000000000000"/>
      <p:bold r:id="rId23"/>
    </p:embeddedFont>
    <p:embeddedFont>
      <p:font typeface="Montserrat" panose="0000050000000000000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44" d="100"/>
          <a:sy n="44" d="100"/>
        </p:scale>
        <p:origin x="3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3437588" y="-4398084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55634" y="651919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05779" y="616020"/>
            <a:ext cx="1578921" cy="157892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-317309" y="0"/>
            <a:ext cx="1346009" cy="1671117"/>
          </a:xfrm>
          <a:custGeom>
            <a:avLst/>
            <a:gdLst/>
            <a:ahLst/>
            <a:cxnLst/>
            <a:rect l="l" t="t" r="r" b="b"/>
            <a:pathLst>
              <a:path w="1346009" h="1671117">
                <a:moveTo>
                  <a:pt x="0" y="0"/>
                </a:moveTo>
                <a:lnTo>
                  <a:pt x="1346009" y="0"/>
                </a:lnTo>
                <a:lnTo>
                  <a:pt x="1346009" y="1671117"/>
                </a:lnTo>
                <a:lnTo>
                  <a:pt x="0" y="16711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891517" y="-1154831"/>
            <a:ext cx="23773514" cy="15849009"/>
          </a:xfrm>
          <a:custGeom>
            <a:avLst/>
            <a:gdLst/>
            <a:ahLst/>
            <a:cxnLst/>
            <a:rect l="l" t="t" r="r" b="b"/>
            <a:pathLst>
              <a:path w="23773514" h="15849009">
                <a:moveTo>
                  <a:pt x="0" y="0"/>
                </a:moveTo>
                <a:lnTo>
                  <a:pt x="23773514" y="0"/>
                </a:lnTo>
                <a:lnTo>
                  <a:pt x="23773514" y="15849010"/>
                </a:lnTo>
                <a:lnTo>
                  <a:pt x="0" y="15849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67131" y="2608949"/>
            <a:ext cx="10072534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 b="1" dirty="0">
                <a:solidFill>
                  <a:schemeClr val="tx2">
                    <a:lumMod val="75000"/>
                  </a:schemeClr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PHARMATRACK: </a:t>
            </a:r>
            <a:r>
              <a:rPr lang="en-US" sz="4500" b="1" dirty="0" smtClean="0">
                <a:solidFill>
                  <a:schemeClr val="tx2">
                    <a:lumMod val="75000"/>
                  </a:schemeClr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 PHARMACY </a:t>
            </a:r>
            <a:r>
              <a:rPr lang="en-US" sz="4500" b="1" dirty="0">
                <a:solidFill>
                  <a:schemeClr val="tx2">
                    <a:lumMod val="75000"/>
                  </a:schemeClr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POINT OF SALE (POS) SYSTEM</a:t>
            </a:r>
            <a:endParaRPr lang="en-US" sz="4500" b="1" dirty="0">
              <a:solidFill>
                <a:schemeClr val="tx2">
                  <a:lumMod val="75000"/>
                </a:schemeClr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67131" y="4828266"/>
            <a:ext cx="1103414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305" b="1" dirty="0">
                <a:solidFill>
                  <a:schemeClr val="tx2">
                    <a:lumMod val="75000"/>
                  </a:schemeClr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Project Defense</a:t>
            </a:r>
            <a:endParaRPr lang="en-US" sz="3305" b="1" dirty="0">
              <a:solidFill>
                <a:schemeClr val="tx2">
                  <a:lumMod val="75000"/>
                </a:schemeClr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3925"/>
              </a:lnSpc>
              <a:spcBef>
                <a:spcPct val="0"/>
              </a:spcBef>
            </a:pP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An approach to optimize Pharmacy Inventory &amp; Sales </a:t>
            </a:r>
            <a:endParaRPr lang="en-US" sz="2805" dirty="0">
              <a:solidFill>
                <a:schemeClr val="tx2">
                  <a:lumMod val="75000"/>
                </a:schemeClr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67131" y="6702931"/>
            <a:ext cx="7628108" cy="209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305" b="1" dirty="0">
                <a:solidFill>
                  <a:schemeClr val="tx2">
                    <a:lumMod val="75000"/>
                  </a:schemeClr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Presented By</a:t>
            </a:r>
            <a:endParaRPr lang="en-US" sz="3305" b="1" dirty="0">
              <a:solidFill>
                <a:schemeClr val="tx2">
                  <a:lumMod val="75000"/>
                </a:schemeClr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605155" lvl="1" indent="-302895" algn="l">
              <a:lnSpc>
                <a:spcPts val="3925"/>
              </a:lnSpc>
              <a:buFont typeface="Arial" panose="020B0604020202020204"/>
              <a:buChar char="•"/>
            </a:pPr>
            <a:r>
              <a:rPr lang="en-US" sz="2805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Sabu</a:t>
            </a: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2805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Bhuju</a:t>
            </a: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(535/078)</a:t>
            </a:r>
            <a:endParaRPr lang="en-US" sz="2805" dirty="0">
              <a:solidFill>
                <a:schemeClr val="tx2">
                  <a:lumMod val="75000"/>
                </a:schemeClr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5155" lvl="1" indent="-302895" algn="l">
              <a:lnSpc>
                <a:spcPts val="3925"/>
              </a:lnSpc>
              <a:buFont typeface="Arial" panose="020B0604020202020204"/>
              <a:buChar char="•"/>
            </a:pPr>
            <a:r>
              <a:rPr lang="en-US" sz="2805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Kripa</a:t>
            </a: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2805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Banskota</a:t>
            </a: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(521/078)</a:t>
            </a:r>
            <a:endParaRPr lang="en-US" sz="2805" dirty="0">
              <a:solidFill>
                <a:schemeClr val="tx2">
                  <a:lumMod val="75000"/>
                </a:schemeClr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5155" lvl="1" indent="-302895" algn="l">
              <a:lnSpc>
                <a:spcPts val="3925"/>
              </a:lnSpc>
              <a:buFont typeface="Arial" panose="020B0604020202020204"/>
              <a:buChar char="•"/>
            </a:pPr>
            <a:r>
              <a:rPr lang="en-US" sz="2805" dirty="0" err="1" smtClean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Smriti</a:t>
            </a:r>
            <a:r>
              <a:rPr lang="en-US" sz="2805" dirty="0" smtClean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2805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Basu</a:t>
            </a: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(541/078) </a:t>
            </a:r>
            <a:endParaRPr lang="en-US" sz="2805" dirty="0">
              <a:solidFill>
                <a:schemeClr val="tx2">
                  <a:lumMod val="75000"/>
                </a:schemeClr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515600" y="7668931"/>
            <a:ext cx="6920255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5" b="1" dirty="0">
                <a:solidFill>
                  <a:schemeClr val="tx2">
                    <a:lumMod val="75000"/>
                  </a:schemeClr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Under the Supervision of</a:t>
            </a:r>
            <a:endParaRPr lang="en-US" sz="3305" b="1" dirty="0">
              <a:solidFill>
                <a:schemeClr val="tx2">
                  <a:lumMod val="75000"/>
                </a:schemeClr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925"/>
              </a:lnSpc>
              <a:spcBef>
                <a:spcPct val="0"/>
              </a:spcBef>
            </a:pP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Mr. </a:t>
            </a:r>
            <a:r>
              <a:rPr lang="en-US" sz="2805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Bhim</a:t>
            </a:r>
            <a:r>
              <a:rPr lang="en-US" sz="2805" dirty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2805" dirty="0" err="1" smtClean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Bdr</a:t>
            </a:r>
            <a:r>
              <a:rPr lang="en-US" sz="2805" dirty="0" smtClean="0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. </a:t>
            </a:r>
            <a:r>
              <a:rPr lang="en-US" sz="2805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Rawat</a:t>
            </a:r>
            <a:endParaRPr lang="en-US" sz="2805" dirty="0">
              <a:solidFill>
                <a:schemeClr val="tx2">
                  <a:lumMod val="75000"/>
                </a:schemeClr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2872211" y="-4045043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82218" y="3520658"/>
            <a:ext cx="4589626" cy="4589626"/>
            <a:chOff x="0" y="0"/>
            <a:chExt cx="6119502" cy="611950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119502" cy="6119502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53644" y="413926"/>
              <a:ext cx="5454255" cy="5457281"/>
              <a:chOff x="0" y="0"/>
              <a:chExt cx="6489360" cy="649296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489446" cy="6493002"/>
              </a:xfrm>
              <a:custGeom>
                <a:avLst/>
                <a:gdLst/>
                <a:ahLst/>
                <a:cxnLst/>
                <a:rect l="l" t="t" r="r" b="b"/>
                <a:pathLst>
                  <a:path w="6489446" h="6493002">
                    <a:moveTo>
                      <a:pt x="3244723" y="6493002"/>
                    </a:moveTo>
                    <a:cubicBezTo>
                      <a:pt x="3221863" y="6493002"/>
                      <a:pt x="3206623" y="6470142"/>
                      <a:pt x="3206623" y="6454902"/>
                    </a:cubicBezTo>
                    <a:cubicBezTo>
                      <a:pt x="3206623" y="6432042"/>
                      <a:pt x="3221863" y="6416802"/>
                      <a:pt x="3244723" y="6416802"/>
                    </a:cubicBezTo>
                    <a:cubicBezTo>
                      <a:pt x="3252343" y="6416802"/>
                      <a:pt x="3252343" y="6416802"/>
                      <a:pt x="3252343" y="6416802"/>
                    </a:cubicBezTo>
                    <a:cubicBezTo>
                      <a:pt x="3275203" y="6416802"/>
                      <a:pt x="3290443" y="6432042"/>
                      <a:pt x="3290443" y="6454902"/>
                    </a:cubicBezTo>
                    <a:cubicBezTo>
                      <a:pt x="3290443" y="6470142"/>
                      <a:pt x="3275203" y="6493002"/>
                      <a:pt x="3252343" y="6493002"/>
                    </a:cubicBezTo>
                    <a:cubicBezTo>
                      <a:pt x="3252343" y="6493002"/>
                      <a:pt x="3252343" y="6493002"/>
                      <a:pt x="3244723" y="6493002"/>
                    </a:cubicBezTo>
                    <a:close/>
                    <a:moveTo>
                      <a:pt x="3023870" y="6485382"/>
                    </a:moveTo>
                    <a:cubicBezTo>
                      <a:pt x="3008630" y="6477762"/>
                      <a:pt x="2993390" y="6462522"/>
                      <a:pt x="2993390" y="6439662"/>
                    </a:cubicBezTo>
                    <a:cubicBezTo>
                      <a:pt x="2993390" y="6424422"/>
                      <a:pt x="3008630" y="6409182"/>
                      <a:pt x="3031490" y="6409182"/>
                    </a:cubicBezTo>
                    <a:cubicBezTo>
                      <a:pt x="3054350" y="6409182"/>
                      <a:pt x="3069590" y="6424422"/>
                      <a:pt x="3069590" y="6447282"/>
                    </a:cubicBezTo>
                    <a:cubicBezTo>
                      <a:pt x="3069590" y="6470142"/>
                      <a:pt x="3046730" y="6485382"/>
                      <a:pt x="3031490" y="6485382"/>
                    </a:cubicBezTo>
                    <a:cubicBezTo>
                      <a:pt x="3031490" y="6485382"/>
                      <a:pt x="3031490" y="6485382"/>
                      <a:pt x="3023870" y="6485382"/>
                    </a:cubicBezTo>
                    <a:close/>
                    <a:moveTo>
                      <a:pt x="3427603" y="6447282"/>
                    </a:moveTo>
                    <a:cubicBezTo>
                      <a:pt x="3427603" y="6424422"/>
                      <a:pt x="3442843" y="6409182"/>
                      <a:pt x="3465703" y="6409182"/>
                    </a:cubicBezTo>
                    <a:cubicBezTo>
                      <a:pt x="3480943" y="6401562"/>
                      <a:pt x="3503803" y="6424422"/>
                      <a:pt x="3503803" y="6439662"/>
                    </a:cubicBezTo>
                    <a:cubicBezTo>
                      <a:pt x="3503803" y="6462522"/>
                      <a:pt x="3488563" y="6477762"/>
                      <a:pt x="3465703" y="6485382"/>
                    </a:cubicBezTo>
                    <a:cubicBezTo>
                      <a:pt x="3442843" y="6485382"/>
                      <a:pt x="3427603" y="6470142"/>
                      <a:pt x="3427603" y="6447282"/>
                    </a:cubicBezTo>
                    <a:close/>
                    <a:moveTo>
                      <a:pt x="2810637" y="6462522"/>
                    </a:moveTo>
                    <a:cubicBezTo>
                      <a:pt x="2787777" y="6454902"/>
                      <a:pt x="2772537" y="6439662"/>
                      <a:pt x="2780157" y="6416802"/>
                    </a:cubicBezTo>
                    <a:cubicBezTo>
                      <a:pt x="2780157" y="6401562"/>
                      <a:pt x="2803017" y="6386322"/>
                      <a:pt x="2818257" y="6386322"/>
                    </a:cubicBezTo>
                    <a:cubicBezTo>
                      <a:pt x="2841117" y="6386322"/>
                      <a:pt x="2856357" y="6409182"/>
                      <a:pt x="2856357" y="6432042"/>
                    </a:cubicBezTo>
                    <a:cubicBezTo>
                      <a:pt x="2848737" y="6447282"/>
                      <a:pt x="2833497" y="6462522"/>
                      <a:pt x="2818257" y="6462522"/>
                    </a:cubicBezTo>
                    <a:cubicBezTo>
                      <a:pt x="2818257" y="6462522"/>
                      <a:pt x="2810637" y="6462522"/>
                      <a:pt x="2810637" y="6462522"/>
                    </a:cubicBezTo>
                    <a:close/>
                    <a:moveTo>
                      <a:pt x="3640836" y="6424422"/>
                    </a:moveTo>
                    <a:cubicBezTo>
                      <a:pt x="3640836" y="6409182"/>
                      <a:pt x="3656076" y="6386322"/>
                      <a:pt x="3671316" y="6386322"/>
                    </a:cubicBezTo>
                    <a:cubicBezTo>
                      <a:pt x="3694176" y="6378702"/>
                      <a:pt x="3709416" y="6393942"/>
                      <a:pt x="3717036" y="6416802"/>
                    </a:cubicBezTo>
                    <a:cubicBezTo>
                      <a:pt x="3717036" y="6439662"/>
                      <a:pt x="3701796" y="6454902"/>
                      <a:pt x="3686556" y="6462522"/>
                    </a:cubicBezTo>
                    <a:cubicBezTo>
                      <a:pt x="3678936" y="6462522"/>
                      <a:pt x="3678936" y="6462522"/>
                      <a:pt x="3678936" y="6462522"/>
                    </a:cubicBezTo>
                    <a:cubicBezTo>
                      <a:pt x="3656076" y="6462522"/>
                      <a:pt x="3640836" y="6447282"/>
                      <a:pt x="3640836" y="6424422"/>
                    </a:cubicBezTo>
                    <a:close/>
                    <a:moveTo>
                      <a:pt x="2597404" y="6424422"/>
                    </a:moveTo>
                    <a:cubicBezTo>
                      <a:pt x="2574544" y="6424422"/>
                      <a:pt x="2566924" y="6401562"/>
                      <a:pt x="2566924" y="6378702"/>
                    </a:cubicBezTo>
                    <a:cubicBezTo>
                      <a:pt x="2574544" y="6363462"/>
                      <a:pt x="2589784" y="6348222"/>
                      <a:pt x="2612644" y="6348222"/>
                    </a:cubicBezTo>
                    <a:cubicBezTo>
                      <a:pt x="2635504" y="6355842"/>
                      <a:pt x="2650744" y="6378702"/>
                      <a:pt x="2643124" y="6393942"/>
                    </a:cubicBezTo>
                    <a:cubicBezTo>
                      <a:pt x="2635504" y="6416802"/>
                      <a:pt x="2620264" y="6424422"/>
                      <a:pt x="2605024" y="6424422"/>
                    </a:cubicBezTo>
                    <a:cubicBezTo>
                      <a:pt x="2605024" y="6424422"/>
                      <a:pt x="2597404" y="6424422"/>
                      <a:pt x="2597404" y="6424422"/>
                    </a:cubicBezTo>
                    <a:close/>
                    <a:moveTo>
                      <a:pt x="3854196" y="6393942"/>
                    </a:moveTo>
                    <a:cubicBezTo>
                      <a:pt x="3846576" y="6371082"/>
                      <a:pt x="3861816" y="6355842"/>
                      <a:pt x="3884676" y="6348222"/>
                    </a:cubicBezTo>
                    <a:cubicBezTo>
                      <a:pt x="3899916" y="6348222"/>
                      <a:pt x="3922776" y="6355842"/>
                      <a:pt x="3930396" y="6378702"/>
                    </a:cubicBezTo>
                    <a:cubicBezTo>
                      <a:pt x="3930396" y="6401562"/>
                      <a:pt x="3915156" y="6416802"/>
                      <a:pt x="3899916" y="6424422"/>
                    </a:cubicBezTo>
                    <a:cubicBezTo>
                      <a:pt x="3892296" y="6424422"/>
                      <a:pt x="3892296" y="6424422"/>
                      <a:pt x="3892296" y="6424422"/>
                    </a:cubicBezTo>
                    <a:cubicBezTo>
                      <a:pt x="3869436" y="6424422"/>
                      <a:pt x="3854196" y="6409182"/>
                      <a:pt x="3854196" y="6393942"/>
                    </a:cubicBezTo>
                    <a:close/>
                    <a:moveTo>
                      <a:pt x="2384171" y="6378702"/>
                    </a:moveTo>
                    <a:cubicBezTo>
                      <a:pt x="2368931" y="6371082"/>
                      <a:pt x="2353691" y="6348222"/>
                      <a:pt x="2361311" y="6325362"/>
                    </a:cubicBezTo>
                    <a:cubicBezTo>
                      <a:pt x="2368931" y="6310122"/>
                      <a:pt x="2384171" y="6294882"/>
                      <a:pt x="2407031" y="6302502"/>
                    </a:cubicBezTo>
                    <a:cubicBezTo>
                      <a:pt x="2429891" y="6310122"/>
                      <a:pt x="2437511" y="6325362"/>
                      <a:pt x="2437511" y="6348222"/>
                    </a:cubicBezTo>
                    <a:cubicBezTo>
                      <a:pt x="2429891" y="6363462"/>
                      <a:pt x="2414651" y="6378702"/>
                      <a:pt x="2399411" y="6378702"/>
                    </a:cubicBezTo>
                    <a:cubicBezTo>
                      <a:pt x="2391791" y="6378702"/>
                      <a:pt x="2391791" y="6378702"/>
                      <a:pt x="2384171" y="6378702"/>
                    </a:cubicBezTo>
                    <a:close/>
                    <a:moveTo>
                      <a:pt x="4059809" y="6348222"/>
                    </a:moveTo>
                    <a:cubicBezTo>
                      <a:pt x="4052189" y="6325362"/>
                      <a:pt x="4067429" y="6302502"/>
                      <a:pt x="4090289" y="6302502"/>
                    </a:cubicBezTo>
                    <a:cubicBezTo>
                      <a:pt x="4105529" y="6294882"/>
                      <a:pt x="4128389" y="6302502"/>
                      <a:pt x="4136009" y="6325362"/>
                    </a:cubicBezTo>
                    <a:cubicBezTo>
                      <a:pt x="4143629" y="6348222"/>
                      <a:pt x="4128389" y="6371082"/>
                      <a:pt x="4105529" y="6371082"/>
                    </a:cubicBezTo>
                    <a:cubicBezTo>
                      <a:pt x="4105529" y="6371082"/>
                      <a:pt x="4097909" y="6371082"/>
                      <a:pt x="4097909" y="6371082"/>
                    </a:cubicBezTo>
                    <a:cubicBezTo>
                      <a:pt x="4082669" y="6371082"/>
                      <a:pt x="4067429" y="6363462"/>
                      <a:pt x="4059809" y="6348222"/>
                    </a:cubicBezTo>
                    <a:close/>
                    <a:moveTo>
                      <a:pt x="2178558" y="6310122"/>
                    </a:moveTo>
                    <a:cubicBezTo>
                      <a:pt x="2163318" y="6302502"/>
                      <a:pt x="2148078" y="6279642"/>
                      <a:pt x="2155698" y="6264402"/>
                    </a:cubicBezTo>
                    <a:cubicBezTo>
                      <a:pt x="2163318" y="6241542"/>
                      <a:pt x="2186178" y="6233922"/>
                      <a:pt x="2209038" y="6241542"/>
                    </a:cubicBezTo>
                    <a:cubicBezTo>
                      <a:pt x="2224278" y="6249162"/>
                      <a:pt x="2239518" y="6264402"/>
                      <a:pt x="2231898" y="6287262"/>
                    </a:cubicBezTo>
                    <a:cubicBezTo>
                      <a:pt x="2224278" y="6302502"/>
                      <a:pt x="2209038" y="6310122"/>
                      <a:pt x="2193798" y="6310122"/>
                    </a:cubicBezTo>
                    <a:cubicBezTo>
                      <a:pt x="2186178" y="6310122"/>
                      <a:pt x="2186178" y="6310122"/>
                      <a:pt x="2178558" y="6310122"/>
                    </a:cubicBezTo>
                    <a:close/>
                    <a:moveTo>
                      <a:pt x="4265549" y="6287262"/>
                    </a:moveTo>
                    <a:cubicBezTo>
                      <a:pt x="4257929" y="6264402"/>
                      <a:pt x="4273169" y="6241542"/>
                      <a:pt x="4288409" y="6233922"/>
                    </a:cubicBezTo>
                    <a:cubicBezTo>
                      <a:pt x="4311269" y="6226302"/>
                      <a:pt x="4334129" y="6241542"/>
                      <a:pt x="4341749" y="6256782"/>
                    </a:cubicBezTo>
                    <a:cubicBezTo>
                      <a:pt x="4341749" y="6279642"/>
                      <a:pt x="4334129" y="6302502"/>
                      <a:pt x="4311269" y="6310122"/>
                    </a:cubicBezTo>
                    <a:cubicBezTo>
                      <a:pt x="4311269" y="6310122"/>
                      <a:pt x="4303649" y="6310122"/>
                      <a:pt x="4303649" y="6310122"/>
                    </a:cubicBezTo>
                    <a:cubicBezTo>
                      <a:pt x="4288409" y="6310122"/>
                      <a:pt x="4273169" y="6302502"/>
                      <a:pt x="4265549" y="6287262"/>
                    </a:cubicBezTo>
                    <a:close/>
                    <a:moveTo>
                      <a:pt x="1980565" y="6233922"/>
                    </a:moveTo>
                    <a:cubicBezTo>
                      <a:pt x="1957705" y="6226302"/>
                      <a:pt x="1950085" y="6203442"/>
                      <a:pt x="1957705" y="6180582"/>
                    </a:cubicBezTo>
                    <a:cubicBezTo>
                      <a:pt x="1965325" y="6165342"/>
                      <a:pt x="1988185" y="6157722"/>
                      <a:pt x="2011045" y="6165342"/>
                    </a:cubicBezTo>
                    <a:cubicBezTo>
                      <a:pt x="2026285" y="6172962"/>
                      <a:pt x="2033905" y="6195822"/>
                      <a:pt x="2026285" y="6211062"/>
                    </a:cubicBezTo>
                    <a:cubicBezTo>
                      <a:pt x="2018665" y="6226302"/>
                      <a:pt x="2011045" y="6233922"/>
                      <a:pt x="1995805" y="6233922"/>
                    </a:cubicBezTo>
                    <a:cubicBezTo>
                      <a:pt x="1988185" y="6233922"/>
                      <a:pt x="1980565" y="6233922"/>
                      <a:pt x="1980565" y="6233922"/>
                    </a:cubicBezTo>
                    <a:close/>
                    <a:moveTo>
                      <a:pt x="4463542" y="6211062"/>
                    </a:moveTo>
                    <a:cubicBezTo>
                      <a:pt x="4455922" y="6188202"/>
                      <a:pt x="4463542" y="6165342"/>
                      <a:pt x="4486402" y="6157722"/>
                    </a:cubicBezTo>
                    <a:cubicBezTo>
                      <a:pt x="4509262" y="6150102"/>
                      <a:pt x="4524502" y="6157722"/>
                      <a:pt x="4539742" y="6180582"/>
                    </a:cubicBezTo>
                    <a:cubicBezTo>
                      <a:pt x="4547362" y="6195822"/>
                      <a:pt x="4532122" y="6218682"/>
                      <a:pt x="4516882" y="6226302"/>
                    </a:cubicBezTo>
                    <a:cubicBezTo>
                      <a:pt x="4509262" y="6233922"/>
                      <a:pt x="4509262" y="6233922"/>
                      <a:pt x="4501642" y="6233922"/>
                    </a:cubicBezTo>
                    <a:cubicBezTo>
                      <a:pt x="4486402" y="6233922"/>
                      <a:pt x="4471162" y="6226302"/>
                      <a:pt x="4463542" y="6211062"/>
                    </a:cubicBezTo>
                    <a:close/>
                    <a:moveTo>
                      <a:pt x="1782445" y="6142482"/>
                    </a:moveTo>
                    <a:cubicBezTo>
                      <a:pt x="1759585" y="6134862"/>
                      <a:pt x="1751965" y="6112002"/>
                      <a:pt x="1767205" y="6089142"/>
                    </a:cubicBezTo>
                    <a:cubicBezTo>
                      <a:pt x="1774825" y="6073902"/>
                      <a:pt x="1797685" y="6066282"/>
                      <a:pt x="1812925" y="6073902"/>
                    </a:cubicBezTo>
                    <a:cubicBezTo>
                      <a:pt x="1835785" y="6081522"/>
                      <a:pt x="1843405" y="6104382"/>
                      <a:pt x="1835785" y="6127242"/>
                    </a:cubicBezTo>
                    <a:cubicBezTo>
                      <a:pt x="1828165" y="6134862"/>
                      <a:pt x="1812925" y="6142482"/>
                      <a:pt x="1797685" y="6142482"/>
                    </a:cubicBezTo>
                    <a:cubicBezTo>
                      <a:pt x="1790065" y="6142482"/>
                      <a:pt x="1790065" y="6142482"/>
                      <a:pt x="1782445" y="6142482"/>
                    </a:cubicBezTo>
                    <a:close/>
                    <a:moveTo>
                      <a:pt x="4661535" y="6119622"/>
                    </a:moveTo>
                    <a:cubicBezTo>
                      <a:pt x="4653915" y="6104382"/>
                      <a:pt x="4661535" y="6081522"/>
                      <a:pt x="4676775" y="6073902"/>
                    </a:cubicBezTo>
                    <a:cubicBezTo>
                      <a:pt x="4699635" y="6058662"/>
                      <a:pt x="4722495" y="6066282"/>
                      <a:pt x="4730115" y="6089142"/>
                    </a:cubicBezTo>
                    <a:cubicBezTo>
                      <a:pt x="4737735" y="6104382"/>
                      <a:pt x="4730115" y="6127242"/>
                      <a:pt x="4714875" y="6134862"/>
                    </a:cubicBezTo>
                    <a:cubicBezTo>
                      <a:pt x="4707255" y="6142482"/>
                      <a:pt x="4699635" y="6142482"/>
                      <a:pt x="4692015" y="6142482"/>
                    </a:cubicBezTo>
                    <a:cubicBezTo>
                      <a:pt x="4684395" y="6142482"/>
                      <a:pt x="4669155" y="6134862"/>
                      <a:pt x="4661535" y="6119622"/>
                    </a:cubicBezTo>
                    <a:close/>
                    <a:moveTo>
                      <a:pt x="1592072" y="6035802"/>
                    </a:moveTo>
                    <a:cubicBezTo>
                      <a:pt x="1576832" y="6028182"/>
                      <a:pt x="1569212" y="6005322"/>
                      <a:pt x="1576832" y="5982462"/>
                    </a:cubicBezTo>
                    <a:cubicBezTo>
                      <a:pt x="1592072" y="5967222"/>
                      <a:pt x="1614932" y="5959602"/>
                      <a:pt x="1630172" y="5974842"/>
                    </a:cubicBezTo>
                    <a:cubicBezTo>
                      <a:pt x="1645412" y="5982462"/>
                      <a:pt x="1653032" y="6005322"/>
                      <a:pt x="1645412" y="6020562"/>
                    </a:cubicBezTo>
                    <a:cubicBezTo>
                      <a:pt x="1637792" y="6035802"/>
                      <a:pt x="1622552" y="6043422"/>
                      <a:pt x="1607312" y="6043422"/>
                    </a:cubicBezTo>
                    <a:cubicBezTo>
                      <a:pt x="1607312" y="6043422"/>
                      <a:pt x="1599692" y="6043422"/>
                      <a:pt x="1592072" y="6035802"/>
                    </a:cubicBezTo>
                    <a:close/>
                    <a:moveTo>
                      <a:pt x="4852035" y="6020562"/>
                    </a:moveTo>
                    <a:cubicBezTo>
                      <a:pt x="4836795" y="6005322"/>
                      <a:pt x="4844415" y="5982462"/>
                      <a:pt x="4859655" y="5967222"/>
                    </a:cubicBezTo>
                    <a:cubicBezTo>
                      <a:pt x="4882515" y="5959602"/>
                      <a:pt x="4905375" y="5959602"/>
                      <a:pt x="4912995" y="5982462"/>
                    </a:cubicBezTo>
                    <a:cubicBezTo>
                      <a:pt x="4928235" y="5997702"/>
                      <a:pt x="4920615" y="6020562"/>
                      <a:pt x="4905375" y="6035802"/>
                    </a:cubicBezTo>
                    <a:cubicBezTo>
                      <a:pt x="4897755" y="6035802"/>
                      <a:pt x="4890135" y="6035802"/>
                      <a:pt x="4882515" y="6035802"/>
                    </a:cubicBezTo>
                    <a:cubicBezTo>
                      <a:pt x="4867275" y="6035802"/>
                      <a:pt x="4859655" y="6035802"/>
                      <a:pt x="4852035" y="6020562"/>
                    </a:cubicBezTo>
                    <a:close/>
                    <a:moveTo>
                      <a:pt x="1409319" y="5921502"/>
                    </a:moveTo>
                    <a:cubicBezTo>
                      <a:pt x="1394079" y="5906262"/>
                      <a:pt x="1386459" y="5883402"/>
                      <a:pt x="1401699" y="5868162"/>
                    </a:cubicBezTo>
                    <a:cubicBezTo>
                      <a:pt x="1409319" y="5852922"/>
                      <a:pt x="1432179" y="5845302"/>
                      <a:pt x="1455039" y="5860542"/>
                    </a:cubicBezTo>
                    <a:cubicBezTo>
                      <a:pt x="1470279" y="5868162"/>
                      <a:pt x="1470279" y="5891022"/>
                      <a:pt x="1462659" y="5906262"/>
                    </a:cubicBezTo>
                    <a:cubicBezTo>
                      <a:pt x="1455039" y="5921502"/>
                      <a:pt x="1439799" y="5929122"/>
                      <a:pt x="1432179" y="5929122"/>
                    </a:cubicBezTo>
                    <a:cubicBezTo>
                      <a:pt x="1424559" y="5929122"/>
                      <a:pt x="1416939" y="5921502"/>
                      <a:pt x="1409319" y="5921502"/>
                    </a:cubicBezTo>
                    <a:close/>
                    <a:moveTo>
                      <a:pt x="5034788" y="5906262"/>
                    </a:moveTo>
                    <a:cubicBezTo>
                      <a:pt x="5019548" y="5891022"/>
                      <a:pt x="5027168" y="5868162"/>
                      <a:pt x="5042408" y="5852922"/>
                    </a:cubicBezTo>
                    <a:cubicBezTo>
                      <a:pt x="5057648" y="5845302"/>
                      <a:pt x="5080508" y="5845302"/>
                      <a:pt x="5095748" y="5860542"/>
                    </a:cubicBezTo>
                    <a:cubicBezTo>
                      <a:pt x="5103368" y="5883402"/>
                      <a:pt x="5103368" y="5906262"/>
                      <a:pt x="5080508" y="5913882"/>
                    </a:cubicBezTo>
                    <a:cubicBezTo>
                      <a:pt x="5080508" y="5921502"/>
                      <a:pt x="5072888" y="5921502"/>
                      <a:pt x="5065268" y="5921502"/>
                    </a:cubicBezTo>
                    <a:cubicBezTo>
                      <a:pt x="5050028" y="5921502"/>
                      <a:pt x="5034788" y="5913882"/>
                      <a:pt x="5034788" y="5906262"/>
                    </a:cubicBezTo>
                    <a:close/>
                    <a:moveTo>
                      <a:pt x="1234059" y="5791962"/>
                    </a:moveTo>
                    <a:cubicBezTo>
                      <a:pt x="1218819" y="5776722"/>
                      <a:pt x="1211199" y="5753862"/>
                      <a:pt x="1226439" y="5738622"/>
                    </a:cubicBezTo>
                    <a:cubicBezTo>
                      <a:pt x="1241679" y="5723382"/>
                      <a:pt x="1264539" y="5715762"/>
                      <a:pt x="1279779" y="5731002"/>
                    </a:cubicBezTo>
                    <a:cubicBezTo>
                      <a:pt x="1295019" y="5746242"/>
                      <a:pt x="1302639" y="5769102"/>
                      <a:pt x="1287399" y="5784342"/>
                    </a:cubicBezTo>
                    <a:cubicBezTo>
                      <a:pt x="1279779" y="5791962"/>
                      <a:pt x="1272159" y="5799582"/>
                      <a:pt x="1256919" y="5799582"/>
                    </a:cubicBezTo>
                    <a:cubicBezTo>
                      <a:pt x="1249299" y="5799582"/>
                      <a:pt x="1241679" y="5799582"/>
                      <a:pt x="1234059" y="5791962"/>
                    </a:cubicBezTo>
                    <a:close/>
                    <a:moveTo>
                      <a:pt x="5202301" y="5784342"/>
                    </a:moveTo>
                    <a:cubicBezTo>
                      <a:pt x="5194681" y="5761482"/>
                      <a:pt x="5194681" y="5738622"/>
                      <a:pt x="5209921" y="5731002"/>
                    </a:cubicBezTo>
                    <a:cubicBezTo>
                      <a:pt x="5225161" y="5715762"/>
                      <a:pt x="5248021" y="5715762"/>
                      <a:pt x="5263261" y="5731002"/>
                    </a:cubicBezTo>
                    <a:cubicBezTo>
                      <a:pt x="5278501" y="5753862"/>
                      <a:pt x="5270881" y="5776722"/>
                      <a:pt x="5255641" y="5784342"/>
                    </a:cubicBezTo>
                    <a:cubicBezTo>
                      <a:pt x="5248021" y="5791962"/>
                      <a:pt x="5240401" y="5791962"/>
                      <a:pt x="5232781" y="5791962"/>
                    </a:cubicBezTo>
                    <a:cubicBezTo>
                      <a:pt x="5225161" y="5791962"/>
                      <a:pt x="5209921" y="5791962"/>
                      <a:pt x="5202301" y="5784342"/>
                    </a:cubicBezTo>
                    <a:close/>
                    <a:moveTo>
                      <a:pt x="1066292" y="5647055"/>
                    </a:moveTo>
                    <a:cubicBezTo>
                      <a:pt x="1051052" y="5639435"/>
                      <a:pt x="1051052" y="5608955"/>
                      <a:pt x="1066292" y="5593715"/>
                    </a:cubicBezTo>
                    <a:cubicBezTo>
                      <a:pt x="1081532" y="5578475"/>
                      <a:pt x="1104392" y="5578475"/>
                      <a:pt x="1119632" y="5593715"/>
                    </a:cubicBezTo>
                    <a:cubicBezTo>
                      <a:pt x="1134872" y="5608955"/>
                      <a:pt x="1134872" y="5631815"/>
                      <a:pt x="1119632" y="5647055"/>
                    </a:cubicBezTo>
                    <a:cubicBezTo>
                      <a:pt x="1112012" y="5654675"/>
                      <a:pt x="1104392" y="5662295"/>
                      <a:pt x="1096772" y="5662295"/>
                    </a:cubicBezTo>
                    <a:cubicBezTo>
                      <a:pt x="1081532" y="5662295"/>
                      <a:pt x="1073912" y="5654675"/>
                      <a:pt x="1066292" y="5647055"/>
                    </a:cubicBezTo>
                    <a:close/>
                    <a:moveTo>
                      <a:pt x="5369687" y="5647055"/>
                    </a:moveTo>
                    <a:cubicBezTo>
                      <a:pt x="5354447" y="5631815"/>
                      <a:pt x="5354447" y="5601335"/>
                      <a:pt x="5369687" y="5593715"/>
                    </a:cubicBezTo>
                    <a:cubicBezTo>
                      <a:pt x="5384927" y="5578475"/>
                      <a:pt x="5407787" y="5578475"/>
                      <a:pt x="5423027" y="5593715"/>
                    </a:cubicBezTo>
                    <a:cubicBezTo>
                      <a:pt x="5438267" y="5608955"/>
                      <a:pt x="5438267" y="5631815"/>
                      <a:pt x="5423027" y="5647055"/>
                    </a:cubicBezTo>
                    <a:cubicBezTo>
                      <a:pt x="5415407" y="5654675"/>
                      <a:pt x="5407787" y="5654675"/>
                      <a:pt x="5400167" y="5654675"/>
                    </a:cubicBezTo>
                    <a:cubicBezTo>
                      <a:pt x="5384927" y="5654675"/>
                      <a:pt x="5377307" y="5654675"/>
                      <a:pt x="5369687" y="5647055"/>
                    </a:cubicBezTo>
                    <a:close/>
                    <a:moveTo>
                      <a:pt x="914019" y="5502275"/>
                    </a:moveTo>
                    <a:cubicBezTo>
                      <a:pt x="898779" y="5487035"/>
                      <a:pt x="898779" y="5464175"/>
                      <a:pt x="914019" y="5448935"/>
                    </a:cubicBezTo>
                    <a:cubicBezTo>
                      <a:pt x="929259" y="5433695"/>
                      <a:pt x="952119" y="5433695"/>
                      <a:pt x="967359" y="5448935"/>
                    </a:cubicBezTo>
                    <a:cubicBezTo>
                      <a:pt x="982599" y="5464175"/>
                      <a:pt x="982599" y="5487035"/>
                      <a:pt x="967359" y="5502275"/>
                    </a:cubicBezTo>
                    <a:cubicBezTo>
                      <a:pt x="959739" y="5509895"/>
                      <a:pt x="952119" y="5509895"/>
                      <a:pt x="936879" y="5509895"/>
                    </a:cubicBezTo>
                    <a:cubicBezTo>
                      <a:pt x="929259" y="5509895"/>
                      <a:pt x="921639" y="5509895"/>
                      <a:pt x="914019" y="5502275"/>
                    </a:cubicBezTo>
                    <a:close/>
                    <a:moveTo>
                      <a:pt x="5522087" y="5494655"/>
                    </a:moveTo>
                    <a:cubicBezTo>
                      <a:pt x="5506847" y="5479415"/>
                      <a:pt x="5506847" y="5456555"/>
                      <a:pt x="5522087" y="5441315"/>
                    </a:cubicBezTo>
                    <a:cubicBezTo>
                      <a:pt x="5537327" y="5426075"/>
                      <a:pt x="5560187" y="5426075"/>
                      <a:pt x="5575427" y="5441315"/>
                    </a:cubicBezTo>
                    <a:cubicBezTo>
                      <a:pt x="5590667" y="5456555"/>
                      <a:pt x="5590667" y="5479415"/>
                      <a:pt x="5575427" y="5494655"/>
                    </a:cubicBezTo>
                    <a:cubicBezTo>
                      <a:pt x="5567807" y="5502275"/>
                      <a:pt x="5560187" y="5509895"/>
                      <a:pt x="5552567" y="5509895"/>
                    </a:cubicBezTo>
                    <a:cubicBezTo>
                      <a:pt x="5544947" y="5509895"/>
                      <a:pt x="5529707" y="5502275"/>
                      <a:pt x="5522087" y="5494655"/>
                    </a:cubicBezTo>
                    <a:close/>
                    <a:moveTo>
                      <a:pt x="769366" y="5342255"/>
                    </a:moveTo>
                    <a:cubicBezTo>
                      <a:pt x="754126" y="5319395"/>
                      <a:pt x="754126" y="5296535"/>
                      <a:pt x="769366" y="5288915"/>
                    </a:cubicBezTo>
                    <a:cubicBezTo>
                      <a:pt x="784606" y="5273675"/>
                      <a:pt x="815086" y="5273675"/>
                      <a:pt x="822706" y="5288915"/>
                    </a:cubicBezTo>
                    <a:cubicBezTo>
                      <a:pt x="837946" y="5304155"/>
                      <a:pt x="837946" y="5327015"/>
                      <a:pt x="822706" y="5342255"/>
                    </a:cubicBezTo>
                    <a:cubicBezTo>
                      <a:pt x="815086" y="5349875"/>
                      <a:pt x="807466" y="5349875"/>
                      <a:pt x="799846" y="5349875"/>
                    </a:cubicBezTo>
                    <a:cubicBezTo>
                      <a:pt x="784606" y="5349875"/>
                      <a:pt x="776986" y="5349875"/>
                      <a:pt x="769366" y="5342255"/>
                    </a:cubicBezTo>
                    <a:close/>
                    <a:moveTo>
                      <a:pt x="5666867" y="5342255"/>
                    </a:moveTo>
                    <a:cubicBezTo>
                      <a:pt x="5651627" y="5327015"/>
                      <a:pt x="5651627" y="5304155"/>
                      <a:pt x="5666867" y="5288915"/>
                    </a:cubicBezTo>
                    <a:cubicBezTo>
                      <a:pt x="5682107" y="5266055"/>
                      <a:pt x="5704967" y="5266055"/>
                      <a:pt x="5720207" y="5281295"/>
                    </a:cubicBezTo>
                    <a:cubicBezTo>
                      <a:pt x="5735447" y="5296535"/>
                      <a:pt x="5735447" y="5319395"/>
                      <a:pt x="5720207" y="5334635"/>
                    </a:cubicBezTo>
                    <a:cubicBezTo>
                      <a:pt x="5712587" y="5342255"/>
                      <a:pt x="5704967" y="5349875"/>
                      <a:pt x="5697347" y="5349875"/>
                    </a:cubicBezTo>
                    <a:cubicBezTo>
                      <a:pt x="5682107" y="5349875"/>
                      <a:pt x="5674487" y="5342255"/>
                      <a:pt x="5666867" y="5342255"/>
                    </a:cubicBezTo>
                    <a:close/>
                    <a:moveTo>
                      <a:pt x="632206" y="5166995"/>
                    </a:moveTo>
                    <a:cubicBezTo>
                      <a:pt x="616966" y="5151755"/>
                      <a:pt x="624586" y="5128895"/>
                      <a:pt x="639826" y="5113655"/>
                    </a:cubicBezTo>
                    <a:cubicBezTo>
                      <a:pt x="655066" y="5106035"/>
                      <a:pt x="685546" y="5106035"/>
                      <a:pt x="693166" y="5121275"/>
                    </a:cubicBezTo>
                    <a:cubicBezTo>
                      <a:pt x="708406" y="5144135"/>
                      <a:pt x="700786" y="5166995"/>
                      <a:pt x="685546" y="5174615"/>
                    </a:cubicBezTo>
                    <a:cubicBezTo>
                      <a:pt x="677926" y="5182235"/>
                      <a:pt x="670306" y="5182235"/>
                      <a:pt x="662686" y="5182235"/>
                    </a:cubicBezTo>
                    <a:cubicBezTo>
                      <a:pt x="655066" y="5182235"/>
                      <a:pt x="639826" y="5182235"/>
                      <a:pt x="632206" y="5166995"/>
                    </a:cubicBezTo>
                    <a:close/>
                    <a:moveTo>
                      <a:pt x="5803900" y="5174615"/>
                    </a:moveTo>
                    <a:cubicBezTo>
                      <a:pt x="5788660" y="5159375"/>
                      <a:pt x="5781040" y="5136515"/>
                      <a:pt x="5796280" y="5121275"/>
                    </a:cubicBezTo>
                    <a:cubicBezTo>
                      <a:pt x="5811520" y="5106035"/>
                      <a:pt x="5834380" y="5098415"/>
                      <a:pt x="5849620" y="5113655"/>
                    </a:cubicBezTo>
                    <a:cubicBezTo>
                      <a:pt x="5864860" y="5121275"/>
                      <a:pt x="5872480" y="5144135"/>
                      <a:pt x="5857240" y="5166995"/>
                    </a:cubicBezTo>
                    <a:cubicBezTo>
                      <a:pt x="5849620" y="5174615"/>
                      <a:pt x="5842000" y="5182235"/>
                      <a:pt x="5826760" y="5182235"/>
                    </a:cubicBezTo>
                    <a:cubicBezTo>
                      <a:pt x="5819140" y="5182235"/>
                      <a:pt x="5811520" y="5174615"/>
                      <a:pt x="5803900" y="5174615"/>
                    </a:cubicBezTo>
                    <a:close/>
                    <a:moveTo>
                      <a:pt x="510286" y="4991608"/>
                    </a:moveTo>
                    <a:cubicBezTo>
                      <a:pt x="495046" y="4976368"/>
                      <a:pt x="502666" y="4945888"/>
                      <a:pt x="517906" y="4938268"/>
                    </a:cubicBezTo>
                    <a:cubicBezTo>
                      <a:pt x="540766" y="4923028"/>
                      <a:pt x="563626" y="4930648"/>
                      <a:pt x="571246" y="4945888"/>
                    </a:cubicBezTo>
                    <a:cubicBezTo>
                      <a:pt x="586486" y="4968748"/>
                      <a:pt x="578866" y="4991608"/>
                      <a:pt x="563626" y="4999228"/>
                    </a:cubicBezTo>
                    <a:cubicBezTo>
                      <a:pt x="556006" y="5006848"/>
                      <a:pt x="548386" y="5006848"/>
                      <a:pt x="540766" y="5006848"/>
                    </a:cubicBezTo>
                    <a:cubicBezTo>
                      <a:pt x="533146" y="5006848"/>
                      <a:pt x="517906" y="4999228"/>
                      <a:pt x="510286" y="4991608"/>
                    </a:cubicBezTo>
                    <a:close/>
                    <a:moveTo>
                      <a:pt x="5925693" y="4999228"/>
                    </a:moveTo>
                    <a:cubicBezTo>
                      <a:pt x="5910453" y="4983988"/>
                      <a:pt x="5902833" y="4961128"/>
                      <a:pt x="5918073" y="4945888"/>
                    </a:cubicBezTo>
                    <a:cubicBezTo>
                      <a:pt x="5925693" y="4923028"/>
                      <a:pt x="5948553" y="4923028"/>
                      <a:pt x="5971413" y="4930648"/>
                    </a:cubicBezTo>
                    <a:cubicBezTo>
                      <a:pt x="5986653" y="4945888"/>
                      <a:pt x="5994273" y="4968748"/>
                      <a:pt x="5979033" y="4983988"/>
                    </a:cubicBezTo>
                    <a:cubicBezTo>
                      <a:pt x="5971413" y="4999228"/>
                      <a:pt x="5963793" y="5006848"/>
                      <a:pt x="5948553" y="5006848"/>
                    </a:cubicBezTo>
                    <a:cubicBezTo>
                      <a:pt x="5940933" y="5006848"/>
                      <a:pt x="5933313" y="4999228"/>
                      <a:pt x="5925693" y="4999228"/>
                    </a:cubicBezTo>
                    <a:close/>
                    <a:moveTo>
                      <a:pt x="396113" y="4801108"/>
                    </a:moveTo>
                    <a:cubicBezTo>
                      <a:pt x="388493" y="4785868"/>
                      <a:pt x="396113" y="4763008"/>
                      <a:pt x="411353" y="4755388"/>
                    </a:cubicBezTo>
                    <a:cubicBezTo>
                      <a:pt x="434213" y="4740148"/>
                      <a:pt x="457073" y="4747768"/>
                      <a:pt x="464693" y="4770628"/>
                    </a:cubicBezTo>
                    <a:cubicBezTo>
                      <a:pt x="479933" y="4785868"/>
                      <a:pt x="472313" y="4808728"/>
                      <a:pt x="449453" y="4816348"/>
                    </a:cubicBezTo>
                    <a:cubicBezTo>
                      <a:pt x="441833" y="4823968"/>
                      <a:pt x="441833" y="4823968"/>
                      <a:pt x="434213" y="4823968"/>
                    </a:cubicBezTo>
                    <a:cubicBezTo>
                      <a:pt x="418973" y="4823968"/>
                      <a:pt x="403733" y="4816348"/>
                      <a:pt x="396113" y="4801108"/>
                    </a:cubicBezTo>
                    <a:close/>
                    <a:moveTo>
                      <a:pt x="6039993" y="4816348"/>
                    </a:moveTo>
                    <a:cubicBezTo>
                      <a:pt x="6017133" y="4801108"/>
                      <a:pt x="6017133" y="4778248"/>
                      <a:pt x="6024753" y="4763008"/>
                    </a:cubicBezTo>
                    <a:cubicBezTo>
                      <a:pt x="6032373" y="4740148"/>
                      <a:pt x="6055233" y="4740148"/>
                      <a:pt x="6078093" y="4747768"/>
                    </a:cubicBezTo>
                    <a:cubicBezTo>
                      <a:pt x="6093333" y="4755388"/>
                      <a:pt x="6100953" y="4778248"/>
                      <a:pt x="6093333" y="4801108"/>
                    </a:cubicBezTo>
                    <a:cubicBezTo>
                      <a:pt x="6085713" y="4808728"/>
                      <a:pt x="6070473" y="4816348"/>
                      <a:pt x="6055233" y="4816348"/>
                    </a:cubicBezTo>
                    <a:cubicBezTo>
                      <a:pt x="6047613" y="4816348"/>
                      <a:pt x="6047613" y="4816348"/>
                      <a:pt x="6039993" y="4816348"/>
                    </a:cubicBezTo>
                    <a:close/>
                    <a:moveTo>
                      <a:pt x="304673" y="4610608"/>
                    </a:moveTo>
                    <a:cubicBezTo>
                      <a:pt x="289433" y="4595368"/>
                      <a:pt x="297053" y="4572508"/>
                      <a:pt x="319913" y="4557268"/>
                    </a:cubicBezTo>
                    <a:cubicBezTo>
                      <a:pt x="342773" y="4549648"/>
                      <a:pt x="358013" y="4557268"/>
                      <a:pt x="373253" y="4580128"/>
                    </a:cubicBezTo>
                    <a:cubicBezTo>
                      <a:pt x="380873" y="4595368"/>
                      <a:pt x="373253" y="4618228"/>
                      <a:pt x="350393" y="4625848"/>
                    </a:cubicBezTo>
                    <a:cubicBezTo>
                      <a:pt x="350393" y="4633468"/>
                      <a:pt x="342773" y="4633468"/>
                      <a:pt x="335153" y="4633468"/>
                    </a:cubicBezTo>
                    <a:cubicBezTo>
                      <a:pt x="319913" y="4633468"/>
                      <a:pt x="304673" y="4625848"/>
                      <a:pt x="304673" y="4610608"/>
                    </a:cubicBezTo>
                    <a:close/>
                    <a:moveTo>
                      <a:pt x="6139053" y="4625848"/>
                    </a:moveTo>
                    <a:cubicBezTo>
                      <a:pt x="6116193" y="4618228"/>
                      <a:pt x="6108573" y="4595368"/>
                      <a:pt x="6116193" y="4572508"/>
                    </a:cubicBezTo>
                    <a:cubicBezTo>
                      <a:pt x="6131433" y="4557268"/>
                      <a:pt x="6154293" y="4542028"/>
                      <a:pt x="6169533" y="4557268"/>
                    </a:cubicBezTo>
                    <a:cubicBezTo>
                      <a:pt x="6192393" y="4564888"/>
                      <a:pt x="6200013" y="4587748"/>
                      <a:pt x="6192393" y="4602988"/>
                    </a:cubicBezTo>
                    <a:cubicBezTo>
                      <a:pt x="6184773" y="4618228"/>
                      <a:pt x="6169533" y="4625848"/>
                      <a:pt x="6154293" y="4625848"/>
                    </a:cubicBezTo>
                    <a:cubicBezTo>
                      <a:pt x="6146673" y="4625848"/>
                      <a:pt x="6146673" y="4625848"/>
                      <a:pt x="6139053" y="4625848"/>
                    </a:cubicBezTo>
                    <a:close/>
                    <a:moveTo>
                      <a:pt x="213233" y="4412488"/>
                    </a:moveTo>
                    <a:cubicBezTo>
                      <a:pt x="205613" y="4389628"/>
                      <a:pt x="220853" y="4366768"/>
                      <a:pt x="236093" y="4359148"/>
                    </a:cubicBezTo>
                    <a:cubicBezTo>
                      <a:pt x="258953" y="4351528"/>
                      <a:pt x="281813" y="4366768"/>
                      <a:pt x="289433" y="4382008"/>
                    </a:cubicBezTo>
                    <a:cubicBezTo>
                      <a:pt x="297053" y="4404868"/>
                      <a:pt x="281813" y="4427728"/>
                      <a:pt x="266573" y="4435348"/>
                    </a:cubicBezTo>
                    <a:cubicBezTo>
                      <a:pt x="258953" y="4435348"/>
                      <a:pt x="258953" y="4435348"/>
                      <a:pt x="251333" y="4435348"/>
                    </a:cubicBezTo>
                    <a:cubicBezTo>
                      <a:pt x="236093" y="4435348"/>
                      <a:pt x="220853" y="4427728"/>
                      <a:pt x="213233" y="4412488"/>
                    </a:cubicBezTo>
                    <a:close/>
                    <a:moveTo>
                      <a:pt x="6222746" y="4427728"/>
                    </a:moveTo>
                    <a:cubicBezTo>
                      <a:pt x="6207506" y="4420108"/>
                      <a:pt x="6192266" y="4397248"/>
                      <a:pt x="6199886" y="4374388"/>
                    </a:cubicBezTo>
                    <a:cubicBezTo>
                      <a:pt x="6207506" y="4359148"/>
                      <a:pt x="6230366" y="4351528"/>
                      <a:pt x="6253226" y="4359148"/>
                    </a:cubicBezTo>
                    <a:cubicBezTo>
                      <a:pt x="6268466" y="4366768"/>
                      <a:pt x="6283706" y="4382008"/>
                      <a:pt x="6276086" y="4404868"/>
                    </a:cubicBezTo>
                    <a:cubicBezTo>
                      <a:pt x="6268466" y="4420108"/>
                      <a:pt x="6253226" y="4427728"/>
                      <a:pt x="6237986" y="4427728"/>
                    </a:cubicBezTo>
                    <a:cubicBezTo>
                      <a:pt x="6230366" y="4427728"/>
                      <a:pt x="6230366" y="4427728"/>
                      <a:pt x="6222746" y="4427728"/>
                    </a:cubicBezTo>
                    <a:close/>
                    <a:moveTo>
                      <a:pt x="144653" y="4206748"/>
                    </a:moveTo>
                    <a:cubicBezTo>
                      <a:pt x="137033" y="4183888"/>
                      <a:pt x="152273" y="4168648"/>
                      <a:pt x="167513" y="4161028"/>
                    </a:cubicBezTo>
                    <a:cubicBezTo>
                      <a:pt x="190373" y="4153408"/>
                      <a:pt x="213233" y="4161028"/>
                      <a:pt x="220853" y="4183888"/>
                    </a:cubicBezTo>
                    <a:cubicBezTo>
                      <a:pt x="220853" y="4206748"/>
                      <a:pt x="213233" y="4229608"/>
                      <a:pt x="190373" y="4229608"/>
                    </a:cubicBezTo>
                    <a:cubicBezTo>
                      <a:pt x="190373" y="4237228"/>
                      <a:pt x="182753" y="4237228"/>
                      <a:pt x="182753" y="4237228"/>
                    </a:cubicBezTo>
                    <a:cubicBezTo>
                      <a:pt x="167513" y="4237228"/>
                      <a:pt x="152273" y="4221988"/>
                      <a:pt x="144653" y="4206748"/>
                    </a:cubicBezTo>
                    <a:close/>
                    <a:moveTo>
                      <a:pt x="6298819" y="4221988"/>
                    </a:moveTo>
                    <a:cubicBezTo>
                      <a:pt x="6275959" y="4221988"/>
                      <a:pt x="6268339" y="4199128"/>
                      <a:pt x="6268339" y="4176268"/>
                    </a:cubicBezTo>
                    <a:cubicBezTo>
                      <a:pt x="6275959" y="4161028"/>
                      <a:pt x="6298819" y="4145788"/>
                      <a:pt x="6321679" y="4153408"/>
                    </a:cubicBezTo>
                    <a:cubicBezTo>
                      <a:pt x="6336919" y="4161028"/>
                      <a:pt x="6352159" y="4176268"/>
                      <a:pt x="6344539" y="4199128"/>
                    </a:cubicBezTo>
                    <a:cubicBezTo>
                      <a:pt x="6336919" y="4214368"/>
                      <a:pt x="6321679" y="4229608"/>
                      <a:pt x="6306439" y="4229608"/>
                    </a:cubicBezTo>
                    <a:cubicBezTo>
                      <a:pt x="6306439" y="4229608"/>
                      <a:pt x="6298819" y="4229608"/>
                      <a:pt x="6298819" y="4221988"/>
                    </a:cubicBezTo>
                    <a:close/>
                    <a:moveTo>
                      <a:pt x="91440" y="4000881"/>
                    </a:moveTo>
                    <a:cubicBezTo>
                      <a:pt x="83820" y="3978021"/>
                      <a:pt x="99060" y="3955161"/>
                      <a:pt x="114300" y="3955161"/>
                    </a:cubicBezTo>
                    <a:cubicBezTo>
                      <a:pt x="137160" y="3947541"/>
                      <a:pt x="160020" y="3962781"/>
                      <a:pt x="160020" y="3978021"/>
                    </a:cubicBezTo>
                    <a:cubicBezTo>
                      <a:pt x="167640" y="4000881"/>
                      <a:pt x="152400" y="4023741"/>
                      <a:pt x="137160" y="4023741"/>
                    </a:cubicBezTo>
                    <a:cubicBezTo>
                      <a:pt x="129540" y="4023741"/>
                      <a:pt x="129540" y="4023741"/>
                      <a:pt x="121920" y="4023741"/>
                    </a:cubicBezTo>
                    <a:cubicBezTo>
                      <a:pt x="106680" y="4023741"/>
                      <a:pt x="91440" y="4016121"/>
                      <a:pt x="91440" y="4000881"/>
                    </a:cubicBezTo>
                    <a:close/>
                    <a:moveTo>
                      <a:pt x="6352286" y="4016121"/>
                    </a:moveTo>
                    <a:cubicBezTo>
                      <a:pt x="6337046" y="4016121"/>
                      <a:pt x="6321806" y="3993261"/>
                      <a:pt x="6329426" y="3970401"/>
                    </a:cubicBezTo>
                    <a:cubicBezTo>
                      <a:pt x="6329426" y="3955161"/>
                      <a:pt x="6352286" y="3939921"/>
                      <a:pt x="6375146" y="3947541"/>
                    </a:cubicBezTo>
                    <a:cubicBezTo>
                      <a:pt x="6390386" y="3947541"/>
                      <a:pt x="6405626" y="3970401"/>
                      <a:pt x="6398006" y="3993261"/>
                    </a:cubicBezTo>
                    <a:cubicBezTo>
                      <a:pt x="6398006" y="4008501"/>
                      <a:pt x="6382766" y="4023741"/>
                      <a:pt x="6367526" y="4023741"/>
                    </a:cubicBezTo>
                    <a:cubicBezTo>
                      <a:pt x="6359906" y="4023741"/>
                      <a:pt x="6359906" y="4016121"/>
                      <a:pt x="6352286" y="4016121"/>
                    </a:cubicBezTo>
                    <a:close/>
                    <a:moveTo>
                      <a:pt x="45720" y="3787521"/>
                    </a:moveTo>
                    <a:cubicBezTo>
                      <a:pt x="38100" y="3764661"/>
                      <a:pt x="53340" y="3741801"/>
                      <a:pt x="76200" y="3741801"/>
                    </a:cubicBezTo>
                    <a:cubicBezTo>
                      <a:pt x="99060" y="3741801"/>
                      <a:pt x="114300" y="3749421"/>
                      <a:pt x="121920" y="3772281"/>
                    </a:cubicBezTo>
                    <a:cubicBezTo>
                      <a:pt x="121920" y="3795141"/>
                      <a:pt x="106680" y="3810381"/>
                      <a:pt x="91440" y="3818001"/>
                    </a:cubicBezTo>
                    <a:cubicBezTo>
                      <a:pt x="83820" y="3818001"/>
                      <a:pt x="83820" y="3818001"/>
                      <a:pt x="83820" y="3818001"/>
                    </a:cubicBezTo>
                    <a:cubicBezTo>
                      <a:pt x="60960" y="3818001"/>
                      <a:pt x="45720" y="3802761"/>
                      <a:pt x="45720" y="3787521"/>
                    </a:cubicBezTo>
                    <a:close/>
                    <a:moveTo>
                      <a:pt x="6398006" y="3810381"/>
                    </a:moveTo>
                    <a:cubicBezTo>
                      <a:pt x="6382766" y="3802761"/>
                      <a:pt x="6367526" y="3787521"/>
                      <a:pt x="6367526" y="3764661"/>
                    </a:cubicBezTo>
                    <a:cubicBezTo>
                      <a:pt x="6375146" y="3741801"/>
                      <a:pt x="6390386" y="3734181"/>
                      <a:pt x="6413246" y="3734181"/>
                    </a:cubicBezTo>
                    <a:cubicBezTo>
                      <a:pt x="6436106" y="3734181"/>
                      <a:pt x="6443726" y="3757041"/>
                      <a:pt x="6443726" y="3779901"/>
                    </a:cubicBezTo>
                    <a:cubicBezTo>
                      <a:pt x="6443726" y="3795141"/>
                      <a:pt x="6428486" y="3810381"/>
                      <a:pt x="6405626" y="3810381"/>
                    </a:cubicBezTo>
                    <a:cubicBezTo>
                      <a:pt x="6405626" y="3810381"/>
                      <a:pt x="6405626" y="3810381"/>
                      <a:pt x="6398006" y="3810381"/>
                    </a:cubicBezTo>
                    <a:close/>
                    <a:moveTo>
                      <a:pt x="15240" y="3574161"/>
                    </a:moveTo>
                    <a:cubicBezTo>
                      <a:pt x="15240" y="3551301"/>
                      <a:pt x="30480" y="3528441"/>
                      <a:pt x="53340" y="3528441"/>
                    </a:cubicBezTo>
                    <a:cubicBezTo>
                      <a:pt x="68580" y="3528441"/>
                      <a:pt x="91440" y="3543681"/>
                      <a:pt x="91440" y="3566541"/>
                    </a:cubicBezTo>
                    <a:cubicBezTo>
                      <a:pt x="91440" y="3581781"/>
                      <a:pt x="76200" y="3604641"/>
                      <a:pt x="60960" y="3604641"/>
                    </a:cubicBezTo>
                    <a:cubicBezTo>
                      <a:pt x="53340" y="3604641"/>
                      <a:pt x="53340" y="3604641"/>
                      <a:pt x="53340" y="3604641"/>
                    </a:cubicBezTo>
                    <a:cubicBezTo>
                      <a:pt x="38100" y="3604641"/>
                      <a:pt x="15240" y="3589401"/>
                      <a:pt x="15240" y="3574161"/>
                    </a:cubicBezTo>
                    <a:close/>
                    <a:moveTo>
                      <a:pt x="6428486" y="3597021"/>
                    </a:moveTo>
                    <a:cubicBezTo>
                      <a:pt x="6413246" y="3597021"/>
                      <a:pt x="6398006" y="3574161"/>
                      <a:pt x="6398006" y="3558921"/>
                    </a:cubicBezTo>
                    <a:cubicBezTo>
                      <a:pt x="6398006" y="3536061"/>
                      <a:pt x="6420866" y="3520821"/>
                      <a:pt x="6436106" y="3520821"/>
                    </a:cubicBezTo>
                    <a:cubicBezTo>
                      <a:pt x="6458966" y="3520821"/>
                      <a:pt x="6474206" y="3543681"/>
                      <a:pt x="6474206" y="3566541"/>
                    </a:cubicBezTo>
                    <a:cubicBezTo>
                      <a:pt x="6474206" y="3581781"/>
                      <a:pt x="6451346" y="3597021"/>
                      <a:pt x="6436106" y="3597021"/>
                    </a:cubicBezTo>
                    <a:cubicBezTo>
                      <a:pt x="6436106" y="3597021"/>
                      <a:pt x="6428486" y="3597021"/>
                      <a:pt x="6428486" y="3597021"/>
                    </a:cubicBezTo>
                    <a:close/>
                    <a:moveTo>
                      <a:pt x="0" y="3353181"/>
                    </a:moveTo>
                    <a:cubicBezTo>
                      <a:pt x="0" y="3330321"/>
                      <a:pt x="15240" y="3315081"/>
                      <a:pt x="38100" y="3315081"/>
                    </a:cubicBezTo>
                    <a:cubicBezTo>
                      <a:pt x="60960" y="3315081"/>
                      <a:pt x="76200" y="3330321"/>
                      <a:pt x="76200" y="3353181"/>
                    </a:cubicBezTo>
                    <a:cubicBezTo>
                      <a:pt x="76200" y="3376041"/>
                      <a:pt x="60960" y="3391281"/>
                      <a:pt x="38100" y="3391281"/>
                    </a:cubicBezTo>
                    <a:cubicBezTo>
                      <a:pt x="15240" y="3391281"/>
                      <a:pt x="0" y="3376041"/>
                      <a:pt x="0" y="3353181"/>
                    </a:cubicBezTo>
                    <a:close/>
                    <a:moveTo>
                      <a:pt x="6443599" y="3383661"/>
                    </a:moveTo>
                    <a:cubicBezTo>
                      <a:pt x="6428359" y="3383661"/>
                      <a:pt x="6413119" y="3368421"/>
                      <a:pt x="6413119" y="3345561"/>
                    </a:cubicBezTo>
                    <a:cubicBezTo>
                      <a:pt x="6413119" y="3322701"/>
                      <a:pt x="6428359" y="3307461"/>
                      <a:pt x="6451219" y="3307461"/>
                    </a:cubicBezTo>
                    <a:cubicBezTo>
                      <a:pt x="6474079" y="3307461"/>
                      <a:pt x="6489319" y="3322701"/>
                      <a:pt x="6489319" y="3345561"/>
                    </a:cubicBezTo>
                    <a:cubicBezTo>
                      <a:pt x="6489319" y="3368421"/>
                      <a:pt x="6466459" y="3383661"/>
                      <a:pt x="6451219" y="3383661"/>
                    </a:cubicBezTo>
                    <a:cubicBezTo>
                      <a:pt x="6451219" y="3383661"/>
                      <a:pt x="6443599" y="3383661"/>
                      <a:pt x="6443599" y="3383661"/>
                    </a:cubicBezTo>
                    <a:close/>
                    <a:moveTo>
                      <a:pt x="38100" y="3177921"/>
                    </a:moveTo>
                    <a:cubicBezTo>
                      <a:pt x="15240" y="3177921"/>
                      <a:pt x="0" y="3155061"/>
                      <a:pt x="0" y="3139821"/>
                    </a:cubicBezTo>
                    <a:cubicBezTo>
                      <a:pt x="0" y="3116961"/>
                      <a:pt x="22860" y="3101721"/>
                      <a:pt x="38100" y="3101721"/>
                    </a:cubicBezTo>
                    <a:cubicBezTo>
                      <a:pt x="60960" y="3101721"/>
                      <a:pt x="76200" y="3116961"/>
                      <a:pt x="76200" y="3139821"/>
                    </a:cubicBezTo>
                    <a:cubicBezTo>
                      <a:pt x="76200" y="3162681"/>
                      <a:pt x="60960" y="3177921"/>
                      <a:pt x="38100" y="3177921"/>
                    </a:cubicBezTo>
                    <a:close/>
                    <a:moveTo>
                      <a:pt x="6413246" y="3132201"/>
                    </a:moveTo>
                    <a:cubicBezTo>
                      <a:pt x="6405626" y="3109341"/>
                      <a:pt x="6428486" y="3094101"/>
                      <a:pt x="6443726" y="3094101"/>
                    </a:cubicBezTo>
                    <a:cubicBezTo>
                      <a:pt x="6466586" y="3094101"/>
                      <a:pt x="6481826" y="3109341"/>
                      <a:pt x="6489446" y="3132201"/>
                    </a:cubicBezTo>
                    <a:cubicBezTo>
                      <a:pt x="6489446" y="3147441"/>
                      <a:pt x="6466586" y="3170301"/>
                      <a:pt x="6451346" y="3170301"/>
                    </a:cubicBezTo>
                    <a:cubicBezTo>
                      <a:pt x="6428486" y="3170301"/>
                      <a:pt x="6413246" y="3155061"/>
                      <a:pt x="6413246" y="3132201"/>
                    </a:cubicBezTo>
                    <a:close/>
                    <a:moveTo>
                      <a:pt x="53340" y="2964561"/>
                    </a:moveTo>
                    <a:cubicBezTo>
                      <a:pt x="30480" y="2964561"/>
                      <a:pt x="15240" y="2941701"/>
                      <a:pt x="15240" y="2918841"/>
                    </a:cubicBezTo>
                    <a:cubicBezTo>
                      <a:pt x="15240" y="2903601"/>
                      <a:pt x="38100" y="2888361"/>
                      <a:pt x="53340" y="2888361"/>
                    </a:cubicBezTo>
                    <a:cubicBezTo>
                      <a:pt x="76200" y="2888361"/>
                      <a:pt x="91440" y="2911221"/>
                      <a:pt x="91440" y="2926461"/>
                    </a:cubicBezTo>
                    <a:cubicBezTo>
                      <a:pt x="91440" y="2949321"/>
                      <a:pt x="76200" y="2964561"/>
                      <a:pt x="53340" y="2964561"/>
                    </a:cubicBezTo>
                    <a:close/>
                    <a:moveTo>
                      <a:pt x="6398006" y="2918841"/>
                    </a:moveTo>
                    <a:cubicBezTo>
                      <a:pt x="6390386" y="2903601"/>
                      <a:pt x="6405626" y="2880741"/>
                      <a:pt x="6428486" y="2880741"/>
                    </a:cubicBezTo>
                    <a:cubicBezTo>
                      <a:pt x="6451346" y="2880741"/>
                      <a:pt x="6466586" y="2895981"/>
                      <a:pt x="6474206" y="2911221"/>
                    </a:cubicBezTo>
                    <a:cubicBezTo>
                      <a:pt x="6474206" y="2934081"/>
                      <a:pt x="6458966" y="2956941"/>
                      <a:pt x="6436106" y="2956941"/>
                    </a:cubicBezTo>
                    <a:cubicBezTo>
                      <a:pt x="6413246" y="2956941"/>
                      <a:pt x="6398006" y="2941701"/>
                      <a:pt x="6398006" y="2918841"/>
                    </a:cubicBezTo>
                    <a:close/>
                    <a:moveTo>
                      <a:pt x="76200" y="2751074"/>
                    </a:moveTo>
                    <a:cubicBezTo>
                      <a:pt x="53340" y="2743454"/>
                      <a:pt x="38100" y="2728214"/>
                      <a:pt x="45720" y="2705354"/>
                    </a:cubicBezTo>
                    <a:cubicBezTo>
                      <a:pt x="45720" y="2682494"/>
                      <a:pt x="68580" y="2674874"/>
                      <a:pt x="91440" y="2674874"/>
                    </a:cubicBezTo>
                    <a:cubicBezTo>
                      <a:pt x="106680" y="2674874"/>
                      <a:pt x="121920" y="2697734"/>
                      <a:pt x="121920" y="2720594"/>
                    </a:cubicBezTo>
                    <a:cubicBezTo>
                      <a:pt x="114300" y="2735834"/>
                      <a:pt x="99060" y="2751074"/>
                      <a:pt x="83820" y="2751074"/>
                    </a:cubicBezTo>
                    <a:cubicBezTo>
                      <a:pt x="76200" y="2751074"/>
                      <a:pt x="76200" y="2751074"/>
                      <a:pt x="76200" y="2751074"/>
                    </a:cubicBezTo>
                    <a:close/>
                    <a:moveTo>
                      <a:pt x="6367526" y="2712974"/>
                    </a:moveTo>
                    <a:cubicBezTo>
                      <a:pt x="6359906" y="2690114"/>
                      <a:pt x="6375146" y="2674874"/>
                      <a:pt x="6398006" y="2667254"/>
                    </a:cubicBezTo>
                    <a:cubicBezTo>
                      <a:pt x="6420866" y="2667254"/>
                      <a:pt x="6436106" y="2674874"/>
                      <a:pt x="6443726" y="2697734"/>
                    </a:cubicBezTo>
                    <a:cubicBezTo>
                      <a:pt x="6443726" y="2720594"/>
                      <a:pt x="6428486" y="2735834"/>
                      <a:pt x="6413246" y="2743454"/>
                    </a:cubicBezTo>
                    <a:cubicBezTo>
                      <a:pt x="6405626" y="2743454"/>
                      <a:pt x="6405626" y="2743454"/>
                      <a:pt x="6405626" y="2743454"/>
                    </a:cubicBezTo>
                    <a:cubicBezTo>
                      <a:pt x="6382766" y="2743454"/>
                      <a:pt x="6367526" y="2728214"/>
                      <a:pt x="6367526" y="2712974"/>
                    </a:cubicBezTo>
                    <a:close/>
                    <a:moveTo>
                      <a:pt x="114300" y="2537714"/>
                    </a:moveTo>
                    <a:cubicBezTo>
                      <a:pt x="91440" y="2537714"/>
                      <a:pt x="83820" y="2514854"/>
                      <a:pt x="83820" y="2491994"/>
                    </a:cubicBezTo>
                    <a:cubicBezTo>
                      <a:pt x="91440" y="2476754"/>
                      <a:pt x="114300" y="2461514"/>
                      <a:pt x="129540" y="2469134"/>
                    </a:cubicBezTo>
                    <a:cubicBezTo>
                      <a:pt x="152400" y="2469134"/>
                      <a:pt x="167640" y="2491994"/>
                      <a:pt x="160020" y="2514854"/>
                    </a:cubicBezTo>
                    <a:cubicBezTo>
                      <a:pt x="160020" y="2530094"/>
                      <a:pt x="144780" y="2537714"/>
                      <a:pt x="121920" y="2537714"/>
                    </a:cubicBezTo>
                    <a:cubicBezTo>
                      <a:pt x="121920" y="2537714"/>
                      <a:pt x="121920" y="2537714"/>
                      <a:pt x="114300" y="2537714"/>
                    </a:cubicBezTo>
                    <a:close/>
                    <a:moveTo>
                      <a:pt x="6321806" y="2507234"/>
                    </a:moveTo>
                    <a:cubicBezTo>
                      <a:pt x="6321806" y="2484374"/>
                      <a:pt x="6329426" y="2461514"/>
                      <a:pt x="6352286" y="2461514"/>
                    </a:cubicBezTo>
                    <a:cubicBezTo>
                      <a:pt x="6375146" y="2453894"/>
                      <a:pt x="6390386" y="2469134"/>
                      <a:pt x="6398006" y="2484374"/>
                    </a:cubicBezTo>
                    <a:cubicBezTo>
                      <a:pt x="6405626" y="2507234"/>
                      <a:pt x="6390386" y="2530094"/>
                      <a:pt x="6367526" y="2530094"/>
                    </a:cubicBezTo>
                    <a:cubicBezTo>
                      <a:pt x="6367526" y="2530094"/>
                      <a:pt x="6367526" y="2530094"/>
                      <a:pt x="6359906" y="2530094"/>
                    </a:cubicBezTo>
                    <a:cubicBezTo>
                      <a:pt x="6344666" y="2530094"/>
                      <a:pt x="6329426" y="2522474"/>
                      <a:pt x="6321806" y="2507234"/>
                    </a:cubicBezTo>
                    <a:close/>
                    <a:moveTo>
                      <a:pt x="167513" y="2331974"/>
                    </a:moveTo>
                    <a:cubicBezTo>
                      <a:pt x="152273" y="2324354"/>
                      <a:pt x="137033" y="2301494"/>
                      <a:pt x="144653" y="2286254"/>
                    </a:cubicBezTo>
                    <a:cubicBezTo>
                      <a:pt x="152273" y="2263394"/>
                      <a:pt x="175133" y="2255774"/>
                      <a:pt x="190373" y="2263394"/>
                    </a:cubicBezTo>
                    <a:cubicBezTo>
                      <a:pt x="213233" y="2263394"/>
                      <a:pt x="220853" y="2286254"/>
                      <a:pt x="213233" y="2309114"/>
                    </a:cubicBezTo>
                    <a:cubicBezTo>
                      <a:pt x="213233" y="2324354"/>
                      <a:pt x="197993" y="2331974"/>
                      <a:pt x="182753" y="2331974"/>
                    </a:cubicBezTo>
                    <a:cubicBezTo>
                      <a:pt x="175133" y="2331974"/>
                      <a:pt x="175133" y="2331974"/>
                      <a:pt x="167513" y="2331974"/>
                    </a:cubicBezTo>
                    <a:close/>
                    <a:moveTo>
                      <a:pt x="6268466" y="2301494"/>
                    </a:moveTo>
                    <a:cubicBezTo>
                      <a:pt x="6260846" y="2278634"/>
                      <a:pt x="6276086" y="2255774"/>
                      <a:pt x="6291326" y="2255774"/>
                    </a:cubicBezTo>
                    <a:cubicBezTo>
                      <a:pt x="6314186" y="2248154"/>
                      <a:pt x="6337046" y="2255774"/>
                      <a:pt x="6344666" y="2278634"/>
                    </a:cubicBezTo>
                    <a:cubicBezTo>
                      <a:pt x="6344666" y="2293874"/>
                      <a:pt x="6337046" y="2316734"/>
                      <a:pt x="6314186" y="2324354"/>
                    </a:cubicBezTo>
                    <a:cubicBezTo>
                      <a:pt x="6314186" y="2324354"/>
                      <a:pt x="6306566" y="2324354"/>
                      <a:pt x="6306566" y="2324354"/>
                    </a:cubicBezTo>
                    <a:cubicBezTo>
                      <a:pt x="6291326" y="2324354"/>
                      <a:pt x="6276086" y="2316734"/>
                      <a:pt x="6268466" y="2301494"/>
                    </a:cubicBezTo>
                    <a:close/>
                    <a:moveTo>
                      <a:pt x="236093" y="2126234"/>
                    </a:moveTo>
                    <a:cubicBezTo>
                      <a:pt x="220853" y="2118614"/>
                      <a:pt x="205613" y="2095754"/>
                      <a:pt x="213233" y="2080514"/>
                    </a:cubicBezTo>
                    <a:cubicBezTo>
                      <a:pt x="220853" y="2057654"/>
                      <a:pt x="243713" y="2050034"/>
                      <a:pt x="266573" y="2057654"/>
                    </a:cubicBezTo>
                    <a:cubicBezTo>
                      <a:pt x="281813" y="2065274"/>
                      <a:pt x="297053" y="2088134"/>
                      <a:pt x="289433" y="2103374"/>
                    </a:cubicBezTo>
                    <a:cubicBezTo>
                      <a:pt x="281813" y="2118614"/>
                      <a:pt x="266573" y="2133854"/>
                      <a:pt x="251333" y="2133854"/>
                    </a:cubicBezTo>
                    <a:cubicBezTo>
                      <a:pt x="243713" y="2133854"/>
                      <a:pt x="243713" y="2133854"/>
                      <a:pt x="236093" y="2126234"/>
                    </a:cubicBezTo>
                    <a:close/>
                    <a:moveTo>
                      <a:pt x="6199886" y="2103374"/>
                    </a:moveTo>
                    <a:cubicBezTo>
                      <a:pt x="6192266" y="2080514"/>
                      <a:pt x="6199886" y="2057654"/>
                      <a:pt x="6222746" y="2050034"/>
                    </a:cubicBezTo>
                    <a:cubicBezTo>
                      <a:pt x="6237986" y="2042414"/>
                      <a:pt x="6260846" y="2050034"/>
                      <a:pt x="6268466" y="2072894"/>
                    </a:cubicBezTo>
                    <a:cubicBezTo>
                      <a:pt x="6276086" y="2095754"/>
                      <a:pt x="6268466" y="2110994"/>
                      <a:pt x="6245606" y="2118614"/>
                    </a:cubicBezTo>
                    <a:cubicBezTo>
                      <a:pt x="6245606" y="2126234"/>
                      <a:pt x="6237986" y="2126234"/>
                      <a:pt x="6230366" y="2126234"/>
                    </a:cubicBezTo>
                    <a:cubicBezTo>
                      <a:pt x="6215126" y="2126234"/>
                      <a:pt x="6207506" y="2118614"/>
                      <a:pt x="6199886" y="2103374"/>
                    </a:cubicBezTo>
                    <a:close/>
                    <a:moveTo>
                      <a:pt x="319913" y="1928114"/>
                    </a:moveTo>
                    <a:cubicBezTo>
                      <a:pt x="297053" y="1920494"/>
                      <a:pt x="289433" y="1897634"/>
                      <a:pt x="297053" y="1882394"/>
                    </a:cubicBezTo>
                    <a:cubicBezTo>
                      <a:pt x="312293" y="1859534"/>
                      <a:pt x="335153" y="1851914"/>
                      <a:pt x="350393" y="1859534"/>
                    </a:cubicBezTo>
                    <a:cubicBezTo>
                      <a:pt x="373253" y="1867154"/>
                      <a:pt x="380873" y="1890014"/>
                      <a:pt x="365633" y="1912874"/>
                    </a:cubicBezTo>
                    <a:cubicBezTo>
                      <a:pt x="365633" y="1928114"/>
                      <a:pt x="350393" y="1935734"/>
                      <a:pt x="335153" y="1935734"/>
                    </a:cubicBezTo>
                    <a:cubicBezTo>
                      <a:pt x="327533" y="1935734"/>
                      <a:pt x="327533" y="1935734"/>
                      <a:pt x="319913" y="1928114"/>
                    </a:cubicBezTo>
                    <a:close/>
                    <a:moveTo>
                      <a:pt x="6116193" y="1905254"/>
                    </a:moveTo>
                    <a:cubicBezTo>
                      <a:pt x="6108573" y="1890014"/>
                      <a:pt x="6116193" y="1867154"/>
                      <a:pt x="6131433" y="1851914"/>
                    </a:cubicBezTo>
                    <a:cubicBezTo>
                      <a:pt x="6154293" y="1844294"/>
                      <a:pt x="6177153" y="1851914"/>
                      <a:pt x="6184773" y="1874774"/>
                    </a:cubicBezTo>
                    <a:cubicBezTo>
                      <a:pt x="6192393" y="1890014"/>
                      <a:pt x="6184773" y="1912874"/>
                      <a:pt x="6169533" y="1928114"/>
                    </a:cubicBezTo>
                    <a:cubicBezTo>
                      <a:pt x="6161913" y="1928114"/>
                      <a:pt x="6154293" y="1928114"/>
                      <a:pt x="6146673" y="1928114"/>
                    </a:cubicBezTo>
                    <a:cubicBezTo>
                      <a:pt x="6139053" y="1928114"/>
                      <a:pt x="6123813" y="1920494"/>
                      <a:pt x="6116193" y="1905254"/>
                    </a:cubicBezTo>
                    <a:close/>
                    <a:moveTo>
                      <a:pt x="411353" y="1737614"/>
                    </a:moveTo>
                    <a:cubicBezTo>
                      <a:pt x="396113" y="1729994"/>
                      <a:pt x="388493" y="1707134"/>
                      <a:pt x="396113" y="1684274"/>
                    </a:cubicBezTo>
                    <a:cubicBezTo>
                      <a:pt x="411353" y="1669034"/>
                      <a:pt x="434213" y="1661414"/>
                      <a:pt x="449453" y="1669034"/>
                    </a:cubicBezTo>
                    <a:cubicBezTo>
                      <a:pt x="464693" y="1684274"/>
                      <a:pt x="472313" y="1707134"/>
                      <a:pt x="464693" y="1722374"/>
                    </a:cubicBezTo>
                    <a:cubicBezTo>
                      <a:pt x="457073" y="1737614"/>
                      <a:pt x="441833" y="1745234"/>
                      <a:pt x="434213" y="1745234"/>
                    </a:cubicBezTo>
                    <a:cubicBezTo>
                      <a:pt x="426593" y="1745234"/>
                      <a:pt x="418973" y="1737614"/>
                      <a:pt x="411353" y="1737614"/>
                    </a:cubicBezTo>
                    <a:close/>
                    <a:moveTo>
                      <a:pt x="6017133" y="1714754"/>
                    </a:moveTo>
                    <a:cubicBezTo>
                      <a:pt x="6009513" y="1699514"/>
                      <a:pt x="6017133" y="1676654"/>
                      <a:pt x="6032373" y="1669034"/>
                    </a:cubicBezTo>
                    <a:cubicBezTo>
                      <a:pt x="6055233" y="1653794"/>
                      <a:pt x="6078093" y="1661414"/>
                      <a:pt x="6085713" y="1684274"/>
                    </a:cubicBezTo>
                    <a:cubicBezTo>
                      <a:pt x="6093333" y="1699514"/>
                      <a:pt x="6093333" y="1722374"/>
                      <a:pt x="6070473" y="1729994"/>
                    </a:cubicBezTo>
                    <a:cubicBezTo>
                      <a:pt x="6062853" y="1737614"/>
                      <a:pt x="6062853" y="1737614"/>
                      <a:pt x="6055233" y="1737614"/>
                    </a:cubicBezTo>
                    <a:cubicBezTo>
                      <a:pt x="6039993" y="1737614"/>
                      <a:pt x="6024753" y="1729994"/>
                      <a:pt x="6017133" y="1714754"/>
                    </a:cubicBezTo>
                    <a:close/>
                    <a:moveTo>
                      <a:pt x="517906" y="1554607"/>
                    </a:moveTo>
                    <a:cubicBezTo>
                      <a:pt x="502666" y="1539367"/>
                      <a:pt x="495046" y="1516507"/>
                      <a:pt x="510286" y="1501267"/>
                    </a:cubicBezTo>
                    <a:cubicBezTo>
                      <a:pt x="517906" y="1478407"/>
                      <a:pt x="540766" y="1478407"/>
                      <a:pt x="563626" y="1486027"/>
                    </a:cubicBezTo>
                    <a:cubicBezTo>
                      <a:pt x="578866" y="1501267"/>
                      <a:pt x="586486" y="1524127"/>
                      <a:pt x="571246" y="1539367"/>
                    </a:cubicBezTo>
                    <a:cubicBezTo>
                      <a:pt x="563626" y="1554607"/>
                      <a:pt x="556006" y="1554607"/>
                      <a:pt x="540766" y="1554607"/>
                    </a:cubicBezTo>
                    <a:cubicBezTo>
                      <a:pt x="533146" y="1554607"/>
                      <a:pt x="525526" y="1554607"/>
                      <a:pt x="517906" y="1554607"/>
                    </a:cubicBezTo>
                    <a:close/>
                    <a:moveTo>
                      <a:pt x="5910453" y="1539367"/>
                    </a:moveTo>
                    <a:cubicBezTo>
                      <a:pt x="5902833" y="1516507"/>
                      <a:pt x="5902833" y="1493647"/>
                      <a:pt x="5925693" y="1486027"/>
                    </a:cubicBezTo>
                    <a:cubicBezTo>
                      <a:pt x="5940933" y="1470787"/>
                      <a:pt x="5963793" y="1478407"/>
                      <a:pt x="5979033" y="1493647"/>
                    </a:cubicBezTo>
                    <a:cubicBezTo>
                      <a:pt x="5986653" y="1508887"/>
                      <a:pt x="5979033" y="1539367"/>
                      <a:pt x="5963793" y="1546987"/>
                    </a:cubicBezTo>
                    <a:cubicBezTo>
                      <a:pt x="5956173" y="1554607"/>
                      <a:pt x="5948553" y="1554607"/>
                      <a:pt x="5940933" y="1554607"/>
                    </a:cubicBezTo>
                    <a:cubicBezTo>
                      <a:pt x="5933313" y="1554607"/>
                      <a:pt x="5918073" y="1546987"/>
                      <a:pt x="5910453" y="1539367"/>
                    </a:cubicBezTo>
                    <a:close/>
                    <a:moveTo>
                      <a:pt x="639826" y="1371727"/>
                    </a:moveTo>
                    <a:cubicBezTo>
                      <a:pt x="624586" y="1364107"/>
                      <a:pt x="616966" y="1341247"/>
                      <a:pt x="632206" y="1318387"/>
                    </a:cubicBezTo>
                    <a:cubicBezTo>
                      <a:pt x="647446" y="1303147"/>
                      <a:pt x="670306" y="1303147"/>
                      <a:pt x="685546" y="1310767"/>
                    </a:cubicBezTo>
                    <a:cubicBezTo>
                      <a:pt x="700786" y="1326007"/>
                      <a:pt x="708406" y="1348867"/>
                      <a:pt x="693166" y="1364107"/>
                    </a:cubicBezTo>
                    <a:cubicBezTo>
                      <a:pt x="685546" y="1379347"/>
                      <a:pt x="677926" y="1379347"/>
                      <a:pt x="662686" y="1379347"/>
                    </a:cubicBezTo>
                    <a:cubicBezTo>
                      <a:pt x="655066" y="1379347"/>
                      <a:pt x="647446" y="1379347"/>
                      <a:pt x="639826" y="1371727"/>
                    </a:cubicBezTo>
                    <a:close/>
                    <a:moveTo>
                      <a:pt x="5788660" y="1364107"/>
                    </a:moveTo>
                    <a:cubicBezTo>
                      <a:pt x="5781040" y="1341247"/>
                      <a:pt x="5781040" y="1318387"/>
                      <a:pt x="5796280" y="1310767"/>
                    </a:cubicBezTo>
                    <a:cubicBezTo>
                      <a:pt x="5819140" y="1295527"/>
                      <a:pt x="5842000" y="1303147"/>
                      <a:pt x="5849620" y="1318387"/>
                    </a:cubicBezTo>
                    <a:cubicBezTo>
                      <a:pt x="5864860" y="1333627"/>
                      <a:pt x="5864860" y="1356487"/>
                      <a:pt x="5842000" y="1371727"/>
                    </a:cubicBezTo>
                    <a:cubicBezTo>
                      <a:pt x="5834380" y="1371727"/>
                      <a:pt x="5826760" y="1379347"/>
                      <a:pt x="5819140" y="1379347"/>
                    </a:cubicBezTo>
                    <a:cubicBezTo>
                      <a:pt x="5811520" y="1379347"/>
                      <a:pt x="5796280" y="1371727"/>
                      <a:pt x="5788660" y="1364107"/>
                    </a:cubicBezTo>
                    <a:close/>
                    <a:moveTo>
                      <a:pt x="769239" y="1204087"/>
                    </a:moveTo>
                    <a:cubicBezTo>
                      <a:pt x="753999" y="1188847"/>
                      <a:pt x="753999" y="1165987"/>
                      <a:pt x="769239" y="1150747"/>
                    </a:cubicBezTo>
                    <a:cubicBezTo>
                      <a:pt x="776859" y="1135507"/>
                      <a:pt x="807339" y="1135507"/>
                      <a:pt x="822579" y="1143127"/>
                    </a:cubicBezTo>
                    <a:cubicBezTo>
                      <a:pt x="837819" y="1158367"/>
                      <a:pt x="837819" y="1181227"/>
                      <a:pt x="822579" y="1196467"/>
                    </a:cubicBezTo>
                    <a:cubicBezTo>
                      <a:pt x="814959" y="1211707"/>
                      <a:pt x="807339" y="1211707"/>
                      <a:pt x="792099" y="1211707"/>
                    </a:cubicBezTo>
                    <a:cubicBezTo>
                      <a:pt x="784479" y="1211707"/>
                      <a:pt x="776859" y="1211707"/>
                      <a:pt x="769239" y="1204087"/>
                    </a:cubicBezTo>
                    <a:close/>
                    <a:moveTo>
                      <a:pt x="5659120" y="1196467"/>
                    </a:moveTo>
                    <a:cubicBezTo>
                      <a:pt x="5643880" y="1181227"/>
                      <a:pt x="5651500" y="1158367"/>
                      <a:pt x="5666740" y="1143127"/>
                    </a:cubicBezTo>
                    <a:cubicBezTo>
                      <a:pt x="5681980" y="1127887"/>
                      <a:pt x="5704840" y="1127887"/>
                      <a:pt x="5720080" y="1143127"/>
                    </a:cubicBezTo>
                    <a:cubicBezTo>
                      <a:pt x="5727700" y="1165987"/>
                      <a:pt x="5727700" y="1188847"/>
                      <a:pt x="5712460" y="1196467"/>
                    </a:cubicBezTo>
                    <a:cubicBezTo>
                      <a:pt x="5704840" y="1204087"/>
                      <a:pt x="5697220" y="1211707"/>
                      <a:pt x="5689600" y="1211707"/>
                    </a:cubicBezTo>
                    <a:cubicBezTo>
                      <a:pt x="5674360" y="1211707"/>
                      <a:pt x="5666740" y="1204087"/>
                      <a:pt x="5659120" y="1196467"/>
                    </a:cubicBezTo>
                    <a:close/>
                    <a:moveTo>
                      <a:pt x="914019" y="1044067"/>
                    </a:moveTo>
                    <a:cubicBezTo>
                      <a:pt x="898779" y="1028827"/>
                      <a:pt x="898779" y="1005967"/>
                      <a:pt x="914019" y="990727"/>
                    </a:cubicBezTo>
                    <a:cubicBezTo>
                      <a:pt x="929259" y="975487"/>
                      <a:pt x="952119" y="975487"/>
                      <a:pt x="967359" y="990727"/>
                    </a:cubicBezTo>
                    <a:cubicBezTo>
                      <a:pt x="982599" y="1005967"/>
                      <a:pt x="982599" y="1028827"/>
                      <a:pt x="967359" y="1044067"/>
                    </a:cubicBezTo>
                    <a:cubicBezTo>
                      <a:pt x="959739" y="1051687"/>
                      <a:pt x="952119" y="1051687"/>
                      <a:pt x="936879" y="1051687"/>
                    </a:cubicBezTo>
                    <a:cubicBezTo>
                      <a:pt x="929259" y="1051687"/>
                      <a:pt x="921639" y="1051687"/>
                      <a:pt x="914019" y="1044067"/>
                    </a:cubicBezTo>
                    <a:close/>
                    <a:moveTo>
                      <a:pt x="5514467" y="1036447"/>
                    </a:moveTo>
                    <a:cubicBezTo>
                      <a:pt x="5499227" y="1021207"/>
                      <a:pt x="5506847" y="998347"/>
                      <a:pt x="5514467" y="983107"/>
                    </a:cubicBezTo>
                    <a:cubicBezTo>
                      <a:pt x="5529707" y="967867"/>
                      <a:pt x="5560187" y="967867"/>
                      <a:pt x="5575427" y="983107"/>
                    </a:cubicBezTo>
                    <a:cubicBezTo>
                      <a:pt x="5583047" y="998347"/>
                      <a:pt x="5583047" y="1028827"/>
                      <a:pt x="5567807" y="1036447"/>
                    </a:cubicBezTo>
                    <a:cubicBezTo>
                      <a:pt x="5560187" y="1044067"/>
                      <a:pt x="5552567" y="1051687"/>
                      <a:pt x="5544947" y="1051687"/>
                    </a:cubicBezTo>
                    <a:cubicBezTo>
                      <a:pt x="5537327" y="1051687"/>
                      <a:pt x="5522087" y="1044067"/>
                      <a:pt x="5514467" y="1036447"/>
                    </a:cubicBezTo>
                    <a:close/>
                    <a:moveTo>
                      <a:pt x="1066292" y="891667"/>
                    </a:moveTo>
                    <a:cubicBezTo>
                      <a:pt x="1051052" y="876427"/>
                      <a:pt x="1051052" y="853567"/>
                      <a:pt x="1066292" y="838327"/>
                    </a:cubicBezTo>
                    <a:cubicBezTo>
                      <a:pt x="1081532" y="823087"/>
                      <a:pt x="1104392" y="823087"/>
                      <a:pt x="1119632" y="838327"/>
                    </a:cubicBezTo>
                    <a:cubicBezTo>
                      <a:pt x="1134872" y="853567"/>
                      <a:pt x="1134872" y="884047"/>
                      <a:pt x="1119632" y="899287"/>
                    </a:cubicBezTo>
                    <a:cubicBezTo>
                      <a:pt x="1112012" y="899287"/>
                      <a:pt x="1104392" y="906907"/>
                      <a:pt x="1089152" y="906907"/>
                    </a:cubicBezTo>
                    <a:cubicBezTo>
                      <a:pt x="1081532" y="906907"/>
                      <a:pt x="1073912" y="899287"/>
                      <a:pt x="1066292" y="891667"/>
                    </a:cubicBezTo>
                    <a:close/>
                    <a:moveTo>
                      <a:pt x="5362067" y="891667"/>
                    </a:moveTo>
                    <a:cubicBezTo>
                      <a:pt x="5346827" y="876427"/>
                      <a:pt x="5346827" y="853567"/>
                      <a:pt x="5362067" y="838327"/>
                    </a:cubicBezTo>
                    <a:cubicBezTo>
                      <a:pt x="5377307" y="823087"/>
                      <a:pt x="5400167" y="823087"/>
                      <a:pt x="5415407" y="838327"/>
                    </a:cubicBezTo>
                    <a:cubicBezTo>
                      <a:pt x="5430647" y="845947"/>
                      <a:pt x="5430647" y="876427"/>
                      <a:pt x="5415407" y="891667"/>
                    </a:cubicBezTo>
                    <a:cubicBezTo>
                      <a:pt x="5407787" y="899287"/>
                      <a:pt x="5400167" y="899287"/>
                      <a:pt x="5392547" y="899287"/>
                    </a:cubicBezTo>
                    <a:cubicBezTo>
                      <a:pt x="5384927" y="899287"/>
                      <a:pt x="5369687" y="899287"/>
                      <a:pt x="5362067" y="891667"/>
                    </a:cubicBezTo>
                    <a:close/>
                    <a:moveTo>
                      <a:pt x="1226312" y="754507"/>
                    </a:moveTo>
                    <a:cubicBezTo>
                      <a:pt x="1211072" y="739267"/>
                      <a:pt x="1218692" y="708787"/>
                      <a:pt x="1233932" y="701167"/>
                    </a:cubicBezTo>
                    <a:cubicBezTo>
                      <a:pt x="1249172" y="685927"/>
                      <a:pt x="1272032" y="685927"/>
                      <a:pt x="1287272" y="708787"/>
                    </a:cubicBezTo>
                    <a:cubicBezTo>
                      <a:pt x="1302512" y="724027"/>
                      <a:pt x="1294892" y="746887"/>
                      <a:pt x="1279652" y="762127"/>
                    </a:cubicBezTo>
                    <a:cubicBezTo>
                      <a:pt x="1272032" y="762127"/>
                      <a:pt x="1264412" y="769747"/>
                      <a:pt x="1256792" y="769747"/>
                    </a:cubicBezTo>
                    <a:cubicBezTo>
                      <a:pt x="1241552" y="769747"/>
                      <a:pt x="1233932" y="762127"/>
                      <a:pt x="1226312" y="754507"/>
                    </a:cubicBezTo>
                    <a:close/>
                    <a:moveTo>
                      <a:pt x="5202174" y="754507"/>
                    </a:moveTo>
                    <a:cubicBezTo>
                      <a:pt x="5186934" y="739267"/>
                      <a:pt x="5186934" y="716407"/>
                      <a:pt x="5194554" y="701167"/>
                    </a:cubicBezTo>
                    <a:cubicBezTo>
                      <a:pt x="5209794" y="685927"/>
                      <a:pt x="5232654" y="685927"/>
                      <a:pt x="5247894" y="693547"/>
                    </a:cubicBezTo>
                    <a:cubicBezTo>
                      <a:pt x="5270754" y="708787"/>
                      <a:pt x="5270754" y="731647"/>
                      <a:pt x="5255514" y="746887"/>
                    </a:cubicBezTo>
                    <a:cubicBezTo>
                      <a:pt x="5247894" y="762127"/>
                      <a:pt x="5240274" y="762127"/>
                      <a:pt x="5225034" y="762127"/>
                    </a:cubicBezTo>
                    <a:cubicBezTo>
                      <a:pt x="5217414" y="762127"/>
                      <a:pt x="5209794" y="762127"/>
                      <a:pt x="5202174" y="754507"/>
                    </a:cubicBezTo>
                    <a:close/>
                    <a:moveTo>
                      <a:pt x="1393825" y="624967"/>
                    </a:moveTo>
                    <a:cubicBezTo>
                      <a:pt x="1386205" y="602107"/>
                      <a:pt x="1386205" y="579247"/>
                      <a:pt x="1409065" y="571627"/>
                    </a:cubicBezTo>
                    <a:cubicBezTo>
                      <a:pt x="1424305" y="556387"/>
                      <a:pt x="1447165" y="564007"/>
                      <a:pt x="1462405" y="579247"/>
                    </a:cubicBezTo>
                    <a:cubicBezTo>
                      <a:pt x="1470025" y="594487"/>
                      <a:pt x="1470025" y="617347"/>
                      <a:pt x="1447165" y="632587"/>
                    </a:cubicBezTo>
                    <a:cubicBezTo>
                      <a:pt x="1439545" y="640207"/>
                      <a:pt x="1439545" y="640207"/>
                      <a:pt x="1431925" y="640207"/>
                    </a:cubicBezTo>
                    <a:cubicBezTo>
                      <a:pt x="1416685" y="640207"/>
                      <a:pt x="1401445" y="632587"/>
                      <a:pt x="1393825" y="624967"/>
                    </a:cubicBezTo>
                    <a:close/>
                    <a:moveTo>
                      <a:pt x="5034534" y="632587"/>
                    </a:moveTo>
                    <a:cubicBezTo>
                      <a:pt x="5011674" y="617347"/>
                      <a:pt x="5011674" y="594487"/>
                      <a:pt x="5019294" y="579247"/>
                    </a:cubicBezTo>
                    <a:cubicBezTo>
                      <a:pt x="5034534" y="556387"/>
                      <a:pt x="5057394" y="556387"/>
                      <a:pt x="5072634" y="564007"/>
                    </a:cubicBezTo>
                    <a:cubicBezTo>
                      <a:pt x="5095494" y="579247"/>
                      <a:pt x="5095494" y="602107"/>
                      <a:pt x="5087874" y="617347"/>
                    </a:cubicBezTo>
                    <a:cubicBezTo>
                      <a:pt x="5080254" y="632587"/>
                      <a:pt x="5065014" y="632587"/>
                      <a:pt x="5057394" y="632587"/>
                    </a:cubicBezTo>
                    <a:cubicBezTo>
                      <a:pt x="5049774" y="632587"/>
                      <a:pt x="5042154" y="632587"/>
                      <a:pt x="5034534" y="632587"/>
                    </a:cubicBezTo>
                    <a:close/>
                    <a:moveTo>
                      <a:pt x="1576578" y="502920"/>
                    </a:moveTo>
                    <a:cubicBezTo>
                      <a:pt x="1561338" y="487680"/>
                      <a:pt x="1568958" y="464820"/>
                      <a:pt x="1591818" y="449580"/>
                    </a:cubicBezTo>
                    <a:cubicBezTo>
                      <a:pt x="1607058" y="441960"/>
                      <a:pt x="1629918" y="449580"/>
                      <a:pt x="1637538" y="464820"/>
                    </a:cubicBezTo>
                    <a:cubicBezTo>
                      <a:pt x="1652778" y="487680"/>
                      <a:pt x="1645158" y="510540"/>
                      <a:pt x="1629918" y="518160"/>
                    </a:cubicBezTo>
                    <a:cubicBezTo>
                      <a:pt x="1622298" y="525780"/>
                      <a:pt x="1614678" y="525780"/>
                      <a:pt x="1607058" y="525780"/>
                    </a:cubicBezTo>
                    <a:cubicBezTo>
                      <a:pt x="1591818" y="525780"/>
                      <a:pt x="1584198" y="518160"/>
                      <a:pt x="1576578" y="502920"/>
                    </a:cubicBezTo>
                    <a:close/>
                    <a:moveTo>
                      <a:pt x="4851781" y="518160"/>
                    </a:moveTo>
                    <a:cubicBezTo>
                      <a:pt x="4836541" y="502920"/>
                      <a:pt x="4828921" y="480060"/>
                      <a:pt x="4844161" y="464820"/>
                    </a:cubicBezTo>
                    <a:cubicBezTo>
                      <a:pt x="4851781" y="441960"/>
                      <a:pt x="4874641" y="441960"/>
                      <a:pt x="4889881" y="449580"/>
                    </a:cubicBezTo>
                    <a:cubicBezTo>
                      <a:pt x="4912741" y="457200"/>
                      <a:pt x="4920361" y="487680"/>
                      <a:pt x="4905121" y="502920"/>
                    </a:cubicBezTo>
                    <a:cubicBezTo>
                      <a:pt x="4897501" y="510540"/>
                      <a:pt x="4889881" y="518160"/>
                      <a:pt x="4874641" y="518160"/>
                    </a:cubicBezTo>
                    <a:cubicBezTo>
                      <a:pt x="4867021" y="518160"/>
                      <a:pt x="4859401" y="518160"/>
                      <a:pt x="4851781" y="518160"/>
                    </a:cubicBezTo>
                    <a:close/>
                    <a:moveTo>
                      <a:pt x="1759458" y="396240"/>
                    </a:moveTo>
                    <a:cubicBezTo>
                      <a:pt x="1751838" y="381000"/>
                      <a:pt x="1759458" y="358140"/>
                      <a:pt x="1782318" y="350520"/>
                    </a:cubicBezTo>
                    <a:cubicBezTo>
                      <a:pt x="1797558" y="335280"/>
                      <a:pt x="1820418" y="342900"/>
                      <a:pt x="1828038" y="365760"/>
                    </a:cubicBezTo>
                    <a:cubicBezTo>
                      <a:pt x="1835658" y="381000"/>
                      <a:pt x="1835658" y="403860"/>
                      <a:pt x="1812798" y="419100"/>
                    </a:cubicBezTo>
                    <a:cubicBezTo>
                      <a:pt x="1805178" y="419100"/>
                      <a:pt x="1805178" y="419100"/>
                      <a:pt x="1797558" y="419100"/>
                    </a:cubicBezTo>
                    <a:cubicBezTo>
                      <a:pt x="1782318" y="419100"/>
                      <a:pt x="1767078" y="411480"/>
                      <a:pt x="1759458" y="396240"/>
                    </a:cubicBezTo>
                    <a:close/>
                    <a:moveTo>
                      <a:pt x="4669028" y="411480"/>
                    </a:moveTo>
                    <a:cubicBezTo>
                      <a:pt x="4646168" y="403860"/>
                      <a:pt x="4646168" y="381000"/>
                      <a:pt x="4653788" y="365760"/>
                    </a:cubicBezTo>
                    <a:cubicBezTo>
                      <a:pt x="4661408" y="342900"/>
                      <a:pt x="4684268" y="335280"/>
                      <a:pt x="4699508" y="342900"/>
                    </a:cubicBezTo>
                    <a:cubicBezTo>
                      <a:pt x="4722368" y="358140"/>
                      <a:pt x="4729988" y="381000"/>
                      <a:pt x="4722368" y="396240"/>
                    </a:cubicBezTo>
                    <a:cubicBezTo>
                      <a:pt x="4714748" y="411480"/>
                      <a:pt x="4699508" y="419100"/>
                      <a:pt x="4684268" y="419100"/>
                    </a:cubicBezTo>
                    <a:cubicBezTo>
                      <a:pt x="4676648" y="419100"/>
                      <a:pt x="4676648" y="419100"/>
                      <a:pt x="4669028" y="411480"/>
                    </a:cubicBezTo>
                    <a:close/>
                    <a:moveTo>
                      <a:pt x="1957451" y="304800"/>
                    </a:moveTo>
                    <a:cubicBezTo>
                      <a:pt x="1949831" y="289560"/>
                      <a:pt x="1957451" y="266700"/>
                      <a:pt x="1972691" y="259080"/>
                    </a:cubicBezTo>
                    <a:cubicBezTo>
                      <a:pt x="1995551" y="251460"/>
                      <a:pt x="2018411" y="259080"/>
                      <a:pt x="2026031" y="274320"/>
                    </a:cubicBezTo>
                    <a:cubicBezTo>
                      <a:pt x="2033651" y="297180"/>
                      <a:pt x="2026031" y="320040"/>
                      <a:pt x="2003171" y="327660"/>
                    </a:cubicBezTo>
                    <a:cubicBezTo>
                      <a:pt x="2003171" y="327660"/>
                      <a:pt x="1995551" y="327660"/>
                      <a:pt x="1987931" y="327660"/>
                    </a:cubicBezTo>
                    <a:cubicBezTo>
                      <a:pt x="1972691" y="327660"/>
                      <a:pt x="1957451" y="320040"/>
                      <a:pt x="1957451" y="304800"/>
                    </a:cubicBezTo>
                    <a:close/>
                    <a:moveTo>
                      <a:pt x="4478528" y="327660"/>
                    </a:moveTo>
                    <a:cubicBezTo>
                      <a:pt x="4455668" y="312420"/>
                      <a:pt x="4448048" y="297180"/>
                      <a:pt x="4455668" y="274320"/>
                    </a:cubicBezTo>
                    <a:cubicBezTo>
                      <a:pt x="4463288" y="251460"/>
                      <a:pt x="4486148" y="243840"/>
                      <a:pt x="4509008" y="251460"/>
                    </a:cubicBezTo>
                    <a:cubicBezTo>
                      <a:pt x="4524248" y="259080"/>
                      <a:pt x="4531868" y="281940"/>
                      <a:pt x="4524248" y="304800"/>
                    </a:cubicBezTo>
                    <a:cubicBezTo>
                      <a:pt x="4516628" y="320040"/>
                      <a:pt x="4509008" y="327660"/>
                      <a:pt x="4493768" y="327660"/>
                    </a:cubicBezTo>
                    <a:cubicBezTo>
                      <a:pt x="4486148" y="327660"/>
                      <a:pt x="4478528" y="327660"/>
                      <a:pt x="4478528" y="327660"/>
                    </a:cubicBezTo>
                    <a:close/>
                    <a:moveTo>
                      <a:pt x="2155444" y="228600"/>
                    </a:moveTo>
                    <a:cubicBezTo>
                      <a:pt x="2147824" y="205740"/>
                      <a:pt x="2155444" y="182880"/>
                      <a:pt x="2178304" y="175260"/>
                    </a:cubicBezTo>
                    <a:cubicBezTo>
                      <a:pt x="2193544" y="175260"/>
                      <a:pt x="2216404" y="182880"/>
                      <a:pt x="2224024" y="205740"/>
                    </a:cubicBezTo>
                    <a:cubicBezTo>
                      <a:pt x="2231644" y="220980"/>
                      <a:pt x="2224024" y="243840"/>
                      <a:pt x="2201164" y="251460"/>
                    </a:cubicBezTo>
                    <a:cubicBezTo>
                      <a:pt x="2201164" y="251460"/>
                      <a:pt x="2193544" y="251460"/>
                      <a:pt x="2185924" y="251460"/>
                    </a:cubicBezTo>
                    <a:cubicBezTo>
                      <a:pt x="2170684" y="251460"/>
                      <a:pt x="2155444" y="243840"/>
                      <a:pt x="2155444" y="228600"/>
                    </a:cubicBezTo>
                    <a:close/>
                    <a:moveTo>
                      <a:pt x="4280535" y="251460"/>
                    </a:moveTo>
                    <a:cubicBezTo>
                      <a:pt x="4257675" y="243840"/>
                      <a:pt x="4250055" y="220980"/>
                      <a:pt x="4257675" y="198120"/>
                    </a:cubicBezTo>
                    <a:cubicBezTo>
                      <a:pt x="4265295" y="182880"/>
                      <a:pt x="4280535" y="167640"/>
                      <a:pt x="4303395" y="175260"/>
                    </a:cubicBezTo>
                    <a:cubicBezTo>
                      <a:pt x="4326255" y="182880"/>
                      <a:pt x="4333875" y="205740"/>
                      <a:pt x="4326255" y="220980"/>
                    </a:cubicBezTo>
                    <a:cubicBezTo>
                      <a:pt x="4318635" y="243840"/>
                      <a:pt x="4303395" y="251460"/>
                      <a:pt x="4288155" y="251460"/>
                    </a:cubicBezTo>
                    <a:cubicBezTo>
                      <a:pt x="4288155" y="251460"/>
                      <a:pt x="4280535" y="251460"/>
                      <a:pt x="4280535" y="251460"/>
                    </a:cubicBezTo>
                    <a:close/>
                    <a:moveTo>
                      <a:pt x="2353564" y="160020"/>
                    </a:moveTo>
                    <a:cubicBezTo>
                      <a:pt x="2353564" y="137160"/>
                      <a:pt x="2361184" y="121920"/>
                      <a:pt x="2384044" y="114300"/>
                    </a:cubicBezTo>
                    <a:cubicBezTo>
                      <a:pt x="2406904" y="106680"/>
                      <a:pt x="2422144" y="121920"/>
                      <a:pt x="2429764" y="137160"/>
                    </a:cubicBezTo>
                    <a:cubicBezTo>
                      <a:pt x="2437384" y="160020"/>
                      <a:pt x="2422144" y="182880"/>
                      <a:pt x="2406904" y="190500"/>
                    </a:cubicBezTo>
                    <a:cubicBezTo>
                      <a:pt x="2399284" y="190500"/>
                      <a:pt x="2399284" y="190500"/>
                      <a:pt x="2391664" y="190500"/>
                    </a:cubicBezTo>
                    <a:cubicBezTo>
                      <a:pt x="2376424" y="190500"/>
                      <a:pt x="2361184" y="175260"/>
                      <a:pt x="2353564" y="160020"/>
                    </a:cubicBezTo>
                    <a:close/>
                    <a:moveTo>
                      <a:pt x="4074922" y="182880"/>
                    </a:moveTo>
                    <a:cubicBezTo>
                      <a:pt x="4059682" y="182880"/>
                      <a:pt x="4044442" y="160020"/>
                      <a:pt x="4052062" y="137160"/>
                    </a:cubicBezTo>
                    <a:cubicBezTo>
                      <a:pt x="4052062" y="121920"/>
                      <a:pt x="4074922" y="106680"/>
                      <a:pt x="4097782" y="114300"/>
                    </a:cubicBezTo>
                    <a:cubicBezTo>
                      <a:pt x="4120642" y="114300"/>
                      <a:pt x="4128262" y="137160"/>
                      <a:pt x="4120642" y="160020"/>
                    </a:cubicBezTo>
                    <a:cubicBezTo>
                      <a:pt x="4120642" y="175260"/>
                      <a:pt x="4105402" y="190500"/>
                      <a:pt x="4090162" y="190500"/>
                    </a:cubicBezTo>
                    <a:cubicBezTo>
                      <a:pt x="4082542" y="190500"/>
                      <a:pt x="4082542" y="182880"/>
                      <a:pt x="4074922" y="182880"/>
                    </a:cubicBezTo>
                    <a:close/>
                    <a:moveTo>
                      <a:pt x="2566797" y="106680"/>
                    </a:moveTo>
                    <a:cubicBezTo>
                      <a:pt x="2559177" y="91440"/>
                      <a:pt x="2574417" y="68580"/>
                      <a:pt x="2597277" y="60960"/>
                    </a:cubicBezTo>
                    <a:cubicBezTo>
                      <a:pt x="2612517" y="60960"/>
                      <a:pt x="2635377" y="76200"/>
                      <a:pt x="2635377" y="91440"/>
                    </a:cubicBezTo>
                    <a:cubicBezTo>
                      <a:pt x="2642997" y="114300"/>
                      <a:pt x="2627757" y="137160"/>
                      <a:pt x="2612517" y="137160"/>
                    </a:cubicBezTo>
                    <a:cubicBezTo>
                      <a:pt x="2604897" y="137160"/>
                      <a:pt x="2604897" y="137160"/>
                      <a:pt x="2604897" y="137160"/>
                    </a:cubicBezTo>
                    <a:cubicBezTo>
                      <a:pt x="2582037" y="137160"/>
                      <a:pt x="2566797" y="129540"/>
                      <a:pt x="2566797" y="106680"/>
                    </a:cubicBezTo>
                    <a:close/>
                    <a:moveTo>
                      <a:pt x="3869182" y="137160"/>
                    </a:moveTo>
                    <a:cubicBezTo>
                      <a:pt x="3846322" y="129540"/>
                      <a:pt x="3838702" y="114300"/>
                      <a:pt x="3838702" y="91440"/>
                    </a:cubicBezTo>
                    <a:cubicBezTo>
                      <a:pt x="3846322" y="68580"/>
                      <a:pt x="3861562" y="60960"/>
                      <a:pt x="3884422" y="60960"/>
                    </a:cubicBezTo>
                    <a:cubicBezTo>
                      <a:pt x="3907282" y="68580"/>
                      <a:pt x="3922522" y="83820"/>
                      <a:pt x="3914902" y="106680"/>
                    </a:cubicBezTo>
                    <a:cubicBezTo>
                      <a:pt x="3914902" y="121920"/>
                      <a:pt x="3899662" y="137160"/>
                      <a:pt x="3876802" y="137160"/>
                    </a:cubicBezTo>
                    <a:cubicBezTo>
                      <a:pt x="3876802" y="137160"/>
                      <a:pt x="3876802" y="137160"/>
                      <a:pt x="3869182" y="137160"/>
                    </a:cubicBezTo>
                    <a:close/>
                    <a:moveTo>
                      <a:pt x="2772410" y="68580"/>
                    </a:moveTo>
                    <a:cubicBezTo>
                      <a:pt x="2772410" y="45720"/>
                      <a:pt x="2787650" y="30480"/>
                      <a:pt x="2810510" y="30480"/>
                    </a:cubicBezTo>
                    <a:cubicBezTo>
                      <a:pt x="2825750" y="22860"/>
                      <a:pt x="2848610" y="38100"/>
                      <a:pt x="2848610" y="60960"/>
                    </a:cubicBezTo>
                    <a:cubicBezTo>
                      <a:pt x="2856230" y="83820"/>
                      <a:pt x="2840990" y="99060"/>
                      <a:pt x="2818130" y="106680"/>
                    </a:cubicBezTo>
                    <a:cubicBezTo>
                      <a:pt x="2818130" y="106680"/>
                      <a:pt x="2818130" y="106680"/>
                      <a:pt x="2810510" y="106680"/>
                    </a:cubicBezTo>
                    <a:cubicBezTo>
                      <a:pt x="2795270" y="106680"/>
                      <a:pt x="2780030" y="91440"/>
                      <a:pt x="2772410" y="68580"/>
                    </a:cubicBezTo>
                    <a:close/>
                    <a:moveTo>
                      <a:pt x="3663569" y="99060"/>
                    </a:moveTo>
                    <a:cubicBezTo>
                      <a:pt x="3640709" y="99060"/>
                      <a:pt x="3625469" y="83820"/>
                      <a:pt x="3633089" y="60960"/>
                    </a:cubicBezTo>
                    <a:cubicBezTo>
                      <a:pt x="3633089" y="38100"/>
                      <a:pt x="3648329" y="22860"/>
                      <a:pt x="3671189" y="22860"/>
                    </a:cubicBezTo>
                    <a:cubicBezTo>
                      <a:pt x="3694049" y="30480"/>
                      <a:pt x="3709289" y="45720"/>
                      <a:pt x="3701669" y="68580"/>
                    </a:cubicBezTo>
                    <a:cubicBezTo>
                      <a:pt x="3701669" y="91440"/>
                      <a:pt x="3686429" y="99060"/>
                      <a:pt x="3663569" y="99060"/>
                    </a:cubicBezTo>
                    <a:close/>
                    <a:moveTo>
                      <a:pt x="2985770" y="45720"/>
                    </a:moveTo>
                    <a:cubicBezTo>
                      <a:pt x="2985770" y="22860"/>
                      <a:pt x="3001010" y="7620"/>
                      <a:pt x="3023870" y="7620"/>
                    </a:cubicBezTo>
                    <a:cubicBezTo>
                      <a:pt x="3046730" y="7620"/>
                      <a:pt x="3061970" y="22860"/>
                      <a:pt x="3061970" y="38100"/>
                    </a:cubicBezTo>
                    <a:cubicBezTo>
                      <a:pt x="3061970" y="60960"/>
                      <a:pt x="3046730" y="83820"/>
                      <a:pt x="3031490" y="83820"/>
                    </a:cubicBezTo>
                    <a:cubicBezTo>
                      <a:pt x="3031490" y="83820"/>
                      <a:pt x="3023870" y="83820"/>
                      <a:pt x="3023870" y="83820"/>
                    </a:cubicBezTo>
                    <a:cubicBezTo>
                      <a:pt x="3008630" y="83820"/>
                      <a:pt x="2985770" y="68580"/>
                      <a:pt x="2985770" y="45720"/>
                    </a:cubicBezTo>
                    <a:close/>
                    <a:moveTo>
                      <a:pt x="3450336" y="83820"/>
                    </a:moveTo>
                    <a:cubicBezTo>
                      <a:pt x="3427476" y="76200"/>
                      <a:pt x="3412236" y="60960"/>
                      <a:pt x="3412236" y="38100"/>
                    </a:cubicBezTo>
                    <a:cubicBezTo>
                      <a:pt x="3419856" y="22860"/>
                      <a:pt x="3435096" y="0"/>
                      <a:pt x="3457956" y="7620"/>
                    </a:cubicBezTo>
                    <a:cubicBezTo>
                      <a:pt x="3480816" y="7620"/>
                      <a:pt x="3496056" y="22860"/>
                      <a:pt x="3488436" y="45720"/>
                    </a:cubicBezTo>
                    <a:cubicBezTo>
                      <a:pt x="3488436" y="68580"/>
                      <a:pt x="3473196" y="83820"/>
                      <a:pt x="3450336" y="83820"/>
                    </a:cubicBezTo>
                    <a:close/>
                    <a:moveTo>
                      <a:pt x="3199003" y="38100"/>
                    </a:moveTo>
                    <a:cubicBezTo>
                      <a:pt x="3199003" y="15240"/>
                      <a:pt x="3221863" y="0"/>
                      <a:pt x="3237103" y="0"/>
                    </a:cubicBezTo>
                    <a:cubicBezTo>
                      <a:pt x="3259963" y="0"/>
                      <a:pt x="3275203" y="15240"/>
                      <a:pt x="3275203" y="38100"/>
                    </a:cubicBezTo>
                    <a:cubicBezTo>
                      <a:pt x="3275203" y="60960"/>
                      <a:pt x="3259963" y="76200"/>
                      <a:pt x="3237103" y="76200"/>
                    </a:cubicBezTo>
                    <a:cubicBezTo>
                      <a:pt x="3221863" y="76200"/>
                      <a:pt x="3199003" y="60960"/>
                      <a:pt x="3199003" y="381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id="9" name="TextBox 9"/>
          <p:cNvSpPr txBox="1"/>
          <p:nvPr/>
        </p:nvSpPr>
        <p:spPr>
          <a:xfrm>
            <a:off x="4171731" y="5111283"/>
            <a:ext cx="5176768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483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CONTENT</a:t>
            </a:r>
            <a:endParaRPr lang="en-US" sz="483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0" lvl="0" indent="0" algn="ctr">
              <a:lnSpc>
                <a:spcPts val="5795"/>
              </a:lnSpc>
              <a:spcBef>
                <a:spcPct val="0"/>
              </a:spcBef>
            </a:pPr>
            <a:r>
              <a:rPr lang="en-US" sz="483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OVERVIEW</a:t>
            </a:r>
            <a:endParaRPr lang="en-US" sz="483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4482218" y="2778643"/>
            <a:ext cx="945625" cy="966740"/>
            <a:chOff x="0" y="0"/>
            <a:chExt cx="1260833" cy="128898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260833" cy="1288986"/>
              <a:chOff x="0" y="0"/>
              <a:chExt cx="2095920" cy="214272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84296" y="280714"/>
              <a:ext cx="947241" cy="670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70"/>
                </a:lnSpc>
              </a:pPr>
              <a:r>
                <a:rPr lang="en-US" sz="3050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1</a:t>
              </a:r>
              <a:endParaRPr lang="en-US" sz="305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585521" y="8057026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04</a:t>
            </a:r>
            <a:endParaRPr lang="en-US" sz="567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4505937" y="9171011"/>
            <a:ext cx="457877" cy="45787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1175760"/>
            <a:ext cx="457877" cy="45787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801423" y="8490956"/>
            <a:ext cx="457877" cy="45787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877704" y="570823"/>
            <a:ext cx="457877" cy="45787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27" name="Freeform 27"/>
          <p:cNvSpPr/>
          <p:nvPr/>
        </p:nvSpPr>
        <p:spPr>
          <a:xfrm rot="-1898322">
            <a:off x="-2798313" y="8095155"/>
            <a:ext cx="4891502" cy="4903762"/>
          </a:xfrm>
          <a:custGeom>
            <a:avLst/>
            <a:gdLst/>
            <a:ahLst/>
            <a:cxnLst/>
            <a:rect l="l" t="t" r="r" b="b"/>
            <a:pathLst>
              <a:path w="4891502" h="4903762">
                <a:moveTo>
                  <a:pt x="0" y="0"/>
                </a:moveTo>
                <a:lnTo>
                  <a:pt x="4891503" y="0"/>
                </a:lnTo>
                <a:lnTo>
                  <a:pt x="4891503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6245938" y="2351899"/>
            <a:ext cx="890236" cy="910115"/>
            <a:chOff x="0" y="0"/>
            <a:chExt cx="1186982" cy="1213486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186982" cy="1213486"/>
              <a:chOff x="0" y="0"/>
              <a:chExt cx="2095920" cy="214272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73501" y="260924"/>
              <a:ext cx="891758" cy="634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20"/>
                </a:lnSpc>
              </a:pPr>
              <a:r>
                <a:rPr lang="en-US" sz="2870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2</a:t>
              </a:r>
              <a:endParaRPr lang="en-US" sz="287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129271" y="2843386"/>
            <a:ext cx="882296" cy="901997"/>
            <a:chOff x="0" y="0"/>
            <a:chExt cx="1176395" cy="1202662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176395" cy="1202662"/>
              <a:chOff x="0" y="0"/>
              <a:chExt cx="2095920" cy="214272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71953" y="267612"/>
              <a:ext cx="883804" cy="6198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5"/>
                </a:lnSpc>
              </a:pPr>
              <a:r>
                <a:rPr lang="en-US" sz="2845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3</a:t>
              </a:r>
              <a:endParaRPr lang="en-US" sz="284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14602" y="4253943"/>
            <a:ext cx="871262" cy="890717"/>
            <a:chOff x="0" y="0"/>
            <a:chExt cx="1161683" cy="1187623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1161683" cy="1187623"/>
              <a:chOff x="0" y="0"/>
              <a:chExt cx="2095920" cy="214272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69803" y="263670"/>
              <a:ext cx="872751" cy="612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35"/>
                </a:lnSpc>
              </a:pPr>
              <a:r>
                <a:rPr lang="en-US" sz="2810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4</a:t>
              </a:r>
              <a:endParaRPr lang="en-US" sz="281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8274" y="5976641"/>
            <a:ext cx="860275" cy="879485"/>
            <a:chOff x="0" y="0"/>
            <a:chExt cx="1147034" cy="1172646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1147034" cy="1172646"/>
              <a:chOff x="0" y="0"/>
              <a:chExt cx="2095920" cy="214272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7662" y="250219"/>
              <a:ext cx="861746" cy="615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85"/>
                </a:lnSpc>
              </a:pPr>
              <a:r>
                <a:rPr lang="en-US" sz="2775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5</a:t>
              </a:r>
              <a:endParaRPr lang="en-US" sz="2775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83287" y="8171326"/>
            <a:ext cx="1286914" cy="1299069"/>
            <a:chOff x="0" y="0"/>
            <a:chExt cx="1715885" cy="1732092"/>
          </a:xfrm>
        </p:grpSpPr>
        <p:grpSp>
          <p:nvGrpSpPr>
            <p:cNvPr id="45" name="Group 45"/>
            <p:cNvGrpSpPr/>
            <p:nvPr/>
          </p:nvGrpSpPr>
          <p:grpSpPr>
            <a:xfrm rot="9483574">
              <a:off x="202804" y="196278"/>
              <a:ext cx="1310278" cy="1339535"/>
              <a:chOff x="0" y="0"/>
              <a:chExt cx="2095920" cy="214272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47" name="TextBox 47"/>
            <p:cNvSpPr txBox="1"/>
            <p:nvPr/>
          </p:nvSpPr>
          <p:spPr>
            <a:xfrm rot="62290">
              <a:off x="394926" y="481240"/>
              <a:ext cx="984388" cy="703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35"/>
                </a:lnSpc>
              </a:pPr>
              <a:r>
                <a:rPr lang="en-US" sz="3170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7</a:t>
              </a:r>
              <a:endParaRPr lang="en-US" sz="317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-10155845">
            <a:off x="4140212" y="7877619"/>
            <a:ext cx="1028885" cy="1051859"/>
            <a:chOff x="0" y="0"/>
            <a:chExt cx="2095920" cy="21427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96008" cy="2142744"/>
            </a:xfrm>
            <a:custGeom>
              <a:avLst/>
              <a:gdLst/>
              <a:ahLst/>
              <a:cxnLst/>
              <a:rect l="l" t="t" r="r" b="b"/>
              <a:pathLst>
                <a:path w="2096008" h="2142744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50" name="TextBox 50"/>
          <p:cNvSpPr txBox="1"/>
          <p:nvPr/>
        </p:nvSpPr>
        <p:spPr>
          <a:xfrm>
            <a:off x="4286829" y="8108634"/>
            <a:ext cx="772982" cy="557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5"/>
              </a:lnSpc>
            </a:pPr>
            <a:r>
              <a:rPr lang="en-US" sz="332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8</a:t>
            </a:r>
            <a:endParaRPr lang="en-US" sz="332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51" name="Group 51"/>
          <p:cNvGrpSpPr/>
          <p:nvPr/>
        </p:nvGrpSpPr>
        <p:grpSpPr>
          <a:xfrm>
            <a:off x="3359420" y="6186025"/>
            <a:ext cx="1122798" cy="1143522"/>
            <a:chOff x="0" y="0"/>
            <a:chExt cx="1497064" cy="1524696"/>
          </a:xfrm>
        </p:grpSpPr>
        <p:grpSp>
          <p:nvGrpSpPr>
            <p:cNvPr id="52" name="Group 52"/>
            <p:cNvGrpSpPr/>
            <p:nvPr/>
          </p:nvGrpSpPr>
          <p:grpSpPr>
            <a:xfrm rot="-10477840">
              <a:off x="62609" y="61109"/>
              <a:ext cx="1371846" cy="1402479"/>
              <a:chOff x="0" y="0"/>
              <a:chExt cx="2095920" cy="214272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54" name="TextBox 54"/>
            <p:cNvSpPr txBox="1"/>
            <p:nvPr/>
          </p:nvSpPr>
          <p:spPr>
            <a:xfrm rot="62290">
              <a:off x="233729" y="372118"/>
              <a:ext cx="1030643" cy="724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45"/>
                </a:lnSpc>
              </a:pPr>
              <a:r>
                <a:rPr lang="en-US" sz="332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9</a:t>
              </a:r>
              <a:endParaRPr lang="en-US" sz="332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539758" y="2057884"/>
            <a:ext cx="348531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Introduction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245938" y="1151749"/>
            <a:ext cx="348531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Problem Statement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9148274" y="2515084"/>
            <a:ext cx="310848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Objective of the system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0281612" y="4046039"/>
            <a:ext cx="292389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Development Methodology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0084750" y="5808375"/>
            <a:ext cx="292389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Functional Requirement 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6961973" y="9119661"/>
            <a:ext cx="2923892" cy="9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5"/>
              </a:lnSpc>
              <a:spcBef>
                <a:spcPct val="0"/>
              </a:spcBef>
            </a:pPr>
            <a:r>
              <a:rPr lang="en-US" sz="2785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Database &amp; User workflows</a:t>
            </a:r>
            <a:endParaRPr lang="en-US" sz="2785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2101183" y="8763711"/>
            <a:ext cx="292389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Core Algorithm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358525" y="4327650"/>
            <a:ext cx="292389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Conclusion &amp; Future Vision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8423919" y="7551450"/>
            <a:ext cx="1061841" cy="1044175"/>
            <a:chOff x="0" y="0"/>
            <a:chExt cx="1415788" cy="1392233"/>
          </a:xfrm>
        </p:grpSpPr>
        <p:grpSp>
          <p:nvGrpSpPr>
            <p:cNvPr id="64" name="Group 64"/>
            <p:cNvGrpSpPr/>
            <p:nvPr/>
          </p:nvGrpSpPr>
          <p:grpSpPr>
            <a:xfrm rot="5866447">
              <a:off x="91370" y="65825"/>
              <a:ext cx="1233049" cy="1260582"/>
              <a:chOff x="0" y="0"/>
              <a:chExt cx="2095920" cy="214272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246684" y="347146"/>
              <a:ext cx="947931" cy="670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70"/>
                </a:lnSpc>
              </a:pPr>
              <a:r>
                <a:rPr lang="en-US" sz="3050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6</a:t>
              </a:r>
              <a:endParaRPr lang="en-US" sz="305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9578412" y="7851098"/>
            <a:ext cx="292389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System Architecture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68" name="Group 68"/>
          <p:cNvGrpSpPr/>
          <p:nvPr/>
        </p:nvGrpSpPr>
        <p:grpSpPr>
          <a:xfrm>
            <a:off x="3282416" y="4354978"/>
            <a:ext cx="1037606" cy="1020422"/>
            <a:chOff x="0" y="0"/>
            <a:chExt cx="1383475" cy="1360563"/>
          </a:xfrm>
        </p:grpSpPr>
        <p:grpSp>
          <p:nvGrpSpPr>
            <p:cNvPr id="69" name="Group 69"/>
            <p:cNvGrpSpPr/>
            <p:nvPr/>
          </p:nvGrpSpPr>
          <p:grpSpPr>
            <a:xfrm rot="-5874116">
              <a:off x="90279" y="65393"/>
              <a:ext cx="1202917" cy="1229777"/>
              <a:chOff x="0" y="0"/>
              <a:chExt cx="2095920" cy="214272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2096008" cy="2142744"/>
              </a:xfrm>
              <a:custGeom>
                <a:avLst/>
                <a:gdLst/>
                <a:ahLst/>
                <a:cxnLst/>
                <a:rect l="l" t="t" r="r" b="b"/>
                <a:pathLst>
                  <a:path w="2096008" h="2142744">
                    <a:moveTo>
                      <a:pt x="1051814" y="0"/>
                    </a:moveTo>
                    <a:cubicBezTo>
                      <a:pt x="472567" y="0"/>
                      <a:pt x="0" y="472821"/>
                      <a:pt x="0" y="1052322"/>
                    </a:cubicBezTo>
                    <a:cubicBezTo>
                      <a:pt x="0" y="1311529"/>
                      <a:pt x="99060" y="1548003"/>
                      <a:pt x="259080" y="1731010"/>
                    </a:cubicBezTo>
                    <a:cubicBezTo>
                      <a:pt x="198120" y="2142744"/>
                      <a:pt x="198120" y="2142744"/>
                      <a:pt x="198120" y="2142744"/>
                    </a:cubicBezTo>
                    <a:cubicBezTo>
                      <a:pt x="586867" y="1990217"/>
                      <a:pt x="586867" y="1990217"/>
                      <a:pt x="586867" y="1990217"/>
                    </a:cubicBezTo>
                    <a:cubicBezTo>
                      <a:pt x="724027" y="2058797"/>
                      <a:pt x="884047" y="2097024"/>
                      <a:pt x="1051814" y="2097024"/>
                    </a:cubicBezTo>
                    <a:cubicBezTo>
                      <a:pt x="1623441" y="2097024"/>
                      <a:pt x="2096008" y="1624203"/>
                      <a:pt x="2096008" y="1052322"/>
                    </a:cubicBezTo>
                    <a:cubicBezTo>
                      <a:pt x="2095881" y="472821"/>
                      <a:pt x="1623441" y="0"/>
                      <a:pt x="105181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</p:grpSp>
        <p:sp>
          <p:nvSpPr>
            <p:cNvPr id="71" name="TextBox 71"/>
            <p:cNvSpPr txBox="1"/>
            <p:nvPr/>
          </p:nvSpPr>
          <p:spPr>
            <a:xfrm rot="62290">
              <a:off x="240304" y="340591"/>
              <a:ext cx="903730" cy="632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5"/>
                </a:lnSpc>
              </a:pPr>
              <a:r>
                <a:rPr lang="en-US" sz="2910" b="1">
                  <a:solidFill>
                    <a:srgbClr val="FFFFFF"/>
                  </a:solidFill>
                  <a:latin typeface="Montserrat Bold" panose="00000800000000000000"/>
                  <a:ea typeface="Montserrat Bold" panose="00000800000000000000"/>
                  <a:cs typeface="Montserrat Bold" panose="00000800000000000000"/>
                  <a:sym typeface="Montserrat Bold" panose="00000800000000000000"/>
                </a:rPr>
                <a:t>10</a:t>
              </a:r>
              <a:endParaRPr lang="en-US" sz="291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endParaRP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695880" y="6624175"/>
            <a:ext cx="292389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Research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Results</a:t>
            </a:r>
            <a:endParaRPr lang="en-US" sz="3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73" name="Group 73"/>
          <p:cNvGrpSpPr/>
          <p:nvPr/>
        </p:nvGrpSpPr>
        <p:grpSpPr>
          <a:xfrm>
            <a:off x="5427843" y="570823"/>
            <a:ext cx="457877" cy="457877"/>
            <a:chOff x="0" y="0"/>
            <a:chExt cx="812800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44267"/>
            <a:ext cx="8397219" cy="114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5"/>
              </a:lnSpc>
              <a:spcBef>
                <a:spcPct val="0"/>
              </a:spcBef>
            </a:pPr>
            <a:r>
              <a:rPr lang="en-US" sz="5000" b="1" u="none" strike="noStrike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Introduction</a:t>
            </a:r>
            <a:endParaRPr lang="en-US" sz="5000" b="1" u="none" strike="noStrike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695700"/>
            <a:ext cx="14699383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just">
              <a:lnSpc>
                <a:spcPct val="150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Nepal’s pharmacies still rely on manual record-keeping.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90880" lvl="1" indent="-345440" algn="just">
              <a:lnSpc>
                <a:spcPct val="150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Manual systems lead to errors, slow data retrieval, and poor inventory tracking.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90880" lvl="1" indent="-345440" algn="just">
              <a:lnSpc>
                <a:spcPct val="150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PharmaTrack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is a web-based POS system that digitizes stock, sales, expiry alerts &amp; reporting.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90880" lvl="1" indent="-345440" algn="just">
              <a:lnSpc>
                <a:spcPct val="150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Includes fuzzy search,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heuristic priority algorithm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and digital billing.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90880" lvl="1" indent="-345440" algn="just">
              <a:lnSpc>
                <a:spcPct val="1500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Aims to improve efficiency and reduce human error.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Freeform 7"/>
          <p:cNvSpPr/>
          <p:nvPr/>
        </p:nvSpPr>
        <p:spPr>
          <a:xfrm rot="-1898322">
            <a:off x="13900911" y="-3847182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536833">
            <a:off x="-5204371" y="-2321412"/>
            <a:ext cx="9652795" cy="9676987"/>
          </a:xfrm>
          <a:custGeom>
            <a:avLst/>
            <a:gdLst/>
            <a:ahLst/>
            <a:cxnLst/>
            <a:rect l="l" t="t" r="r" b="b"/>
            <a:pathLst>
              <a:path w="9652795" h="9676987">
                <a:moveTo>
                  <a:pt x="0" y="0"/>
                </a:moveTo>
                <a:lnTo>
                  <a:pt x="9652795" y="0"/>
                </a:lnTo>
                <a:lnTo>
                  <a:pt x="9652795" y="9676987"/>
                </a:lnTo>
                <a:lnTo>
                  <a:pt x="0" y="967698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18947" y="266700"/>
            <a:ext cx="8194363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>
                <a:solidFill>
                  <a:srgbClr val="10101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Problem Statement</a:t>
            </a:r>
            <a:endParaRPr lang="en-US" sz="5000" b="1" dirty="0">
              <a:solidFill>
                <a:srgbClr val="10101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425984" y="1388010"/>
            <a:ext cx="3594998" cy="516593"/>
            <a:chOff x="0" y="0"/>
            <a:chExt cx="1522486" cy="2187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2486" cy="218778"/>
            </a:xfrm>
            <a:custGeom>
              <a:avLst/>
              <a:gdLst/>
              <a:ahLst/>
              <a:cxnLst/>
              <a:rect l="l" t="t" r="r" b="b"/>
              <a:pathLst>
                <a:path w="1522486" h="218778">
                  <a:moveTo>
                    <a:pt x="49531" y="0"/>
                  </a:moveTo>
                  <a:lnTo>
                    <a:pt x="1472955" y="0"/>
                  </a:lnTo>
                  <a:cubicBezTo>
                    <a:pt x="1486091" y="0"/>
                    <a:pt x="1498690" y="5218"/>
                    <a:pt x="1507978" y="14507"/>
                  </a:cubicBezTo>
                  <a:cubicBezTo>
                    <a:pt x="1517267" y="23796"/>
                    <a:pt x="1522486" y="36395"/>
                    <a:pt x="1522486" y="49531"/>
                  </a:cubicBezTo>
                  <a:lnTo>
                    <a:pt x="1522486" y="169247"/>
                  </a:lnTo>
                  <a:cubicBezTo>
                    <a:pt x="1522486" y="182383"/>
                    <a:pt x="1517267" y="194982"/>
                    <a:pt x="1507978" y="204270"/>
                  </a:cubicBezTo>
                  <a:cubicBezTo>
                    <a:pt x="1498690" y="213559"/>
                    <a:pt x="1486091" y="218778"/>
                    <a:pt x="1472955" y="218778"/>
                  </a:cubicBezTo>
                  <a:lnTo>
                    <a:pt x="49531" y="218778"/>
                  </a:lnTo>
                  <a:cubicBezTo>
                    <a:pt x="36395" y="218778"/>
                    <a:pt x="23796" y="213559"/>
                    <a:pt x="14507" y="204270"/>
                  </a:cubicBezTo>
                  <a:cubicBezTo>
                    <a:pt x="5218" y="194982"/>
                    <a:pt x="0" y="182383"/>
                    <a:pt x="0" y="169247"/>
                  </a:cubicBezTo>
                  <a:lnTo>
                    <a:pt x="0" y="49531"/>
                  </a:lnTo>
                  <a:cubicBezTo>
                    <a:pt x="0" y="36395"/>
                    <a:pt x="5218" y="23796"/>
                    <a:pt x="14507" y="14507"/>
                  </a:cubicBezTo>
                  <a:cubicBezTo>
                    <a:pt x="23796" y="5218"/>
                    <a:pt x="36395" y="0"/>
                    <a:pt x="495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522486" cy="266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Problem 1</a:t>
              </a:r>
              <a:endParaRPr lang="en-US" sz="26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545156" y="2057840"/>
            <a:ext cx="972047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Man</a:t>
            </a:r>
            <a:r>
              <a:rPr lang="en-US" sz="30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ual pharmacy operations increase risk of expired stock, wrong billing, and data inaccuracy.</a:t>
            </a:r>
            <a:endParaRPr lang="en-US" sz="30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5425984" y="3490309"/>
            <a:ext cx="3594998" cy="516593"/>
            <a:chOff x="0" y="0"/>
            <a:chExt cx="1522486" cy="2187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2486" cy="218778"/>
            </a:xfrm>
            <a:custGeom>
              <a:avLst/>
              <a:gdLst/>
              <a:ahLst/>
              <a:cxnLst/>
              <a:rect l="l" t="t" r="r" b="b"/>
              <a:pathLst>
                <a:path w="1522486" h="218778">
                  <a:moveTo>
                    <a:pt x="49531" y="0"/>
                  </a:moveTo>
                  <a:lnTo>
                    <a:pt x="1472955" y="0"/>
                  </a:lnTo>
                  <a:cubicBezTo>
                    <a:pt x="1486091" y="0"/>
                    <a:pt x="1498690" y="5218"/>
                    <a:pt x="1507978" y="14507"/>
                  </a:cubicBezTo>
                  <a:cubicBezTo>
                    <a:pt x="1517267" y="23796"/>
                    <a:pt x="1522486" y="36395"/>
                    <a:pt x="1522486" y="49531"/>
                  </a:cubicBezTo>
                  <a:lnTo>
                    <a:pt x="1522486" y="169247"/>
                  </a:lnTo>
                  <a:cubicBezTo>
                    <a:pt x="1522486" y="182383"/>
                    <a:pt x="1517267" y="194982"/>
                    <a:pt x="1507978" y="204270"/>
                  </a:cubicBezTo>
                  <a:cubicBezTo>
                    <a:pt x="1498690" y="213559"/>
                    <a:pt x="1486091" y="218778"/>
                    <a:pt x="1472955" y="218778"/>
                  </a:cubicBezTo>
                  <a:lnTo>
                    <a:pt x="49531" y="218778"/>
                  </a:lnTo>
                  <a:cubicBezTo>
                    <a:pt x="36395" y="218778"/>
                    <a:pt x="23796" y="213559"/>
                    <a:pt x="14507" y="204270"/>
                  </a:cubicBezTo>
                  <a:cubicBezTo>
                    <a:pt x="5218" y="194982"/>
                    <a:pt x="0" y="182383"/>
                    <a:pt x="0" y="169247"/>
                  </a:cubicBezTo>
                  <a:lnTo>
                    <a:pt x="0" y="49531"/>
                  </a:lnTo>
                  <a:cubicBezTo>
                    <a:pt x="0" y="36395"/>
                    <a:pt x="5218" y="23796"/>
                    <a:pt x="14507" y="14507"/>
                  </a:cubicBezTo>
                  <a:cubicBezTo>
                    <a:pt x="23796" y="5218"/>
                    <a:pt x="36395" y="0"/>
                    <a:pt x="495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22486" cy="266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Problem 2</a:t>
              </a:r>
              <a:endParaRPr lang="en-US" sz="26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45156" y="4165772"/>
            <a:ext cx="972047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Diffic</a:t>
            </a:r>
            <a:r>
              <a:rPr lang="en-US" sz="30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ult to track stock levels, expiry dates, and daily sales manually.</a:t>
            </a:r>
            <a:endParaRPr lang="en-US" sz="30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5425984" y="5639682"/>
            <a:ext cx="3594998" cy="516593"/>
            <a:chOff x="0" y="0"/>
            <a:chExt cx="1522486" cy="2187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2486" cy="218778"/>
            </a:xfrm>
            <a:custGeom>
              <a:avLst/>
              <a:gdLst/>
              <a:ahLst/>
              <a:cxnLst/>
              <a:rect l="l" t="t" r="r" b="b"/>
              <a:pathLst>
                <a:path w="1522486" h="218778">
                  <a:moveTo>
                    <a:pt x="49531" y="0"/>
                  </a:moveTo>
                  <a:lnTo>
                    <a:pt x="1472955" y="0"/>
                  </a:lnTo>
                  <a:cubicBezTo>
                    <a:pt x="1486091" y="0"/>
                    <a:pt x="1498690" y="5218"/>
                    <a:pt x="1507978" y="14507"/>
                  </a:cubicBezTo>
                  <a:cubicBezTo>
                    <a:pt x="1517267" y="23796"/>
                    <a:pt x="1522486" y="36395"/>
                    <a:pt x="1522486" y="49531"/>
                  </a:cubicBezTo>
                  <a:lnTo>
                    <a:pt x="1522486" y="169247"/>
                  </a:lnTo>
                  <a:cubicBezTo>
                    <a:pt x="1522486" y="182383"/>
                    <a:pt x="1517267" y="194982"/>
                    <a:pt x="1507978" y="204270"/>
                  </a:cubicBezTo>
                  <a:cubicBezTo>
                    <a:pt x="1498690" y="213559"/>
                    <a:pt x="1486091" y="218778"/>
                    <a:pt x="1472955" y="218778"/>
                  </a:cubicBezTo>
                  <a:lnTo>
                    <a:pt x="49531" y="218778"/>
                  </a:lnTo>
                  <a:cubicBezTo>
                    <a:pt x="36395" y="218778"/>
                    <a:pt x="23796" y="213559"/>
                    <a:pt x="14507" y="204270"/>
                  </a:cubicBezTo>
                  <a:cubicBezTo>
                    <a:pt x="5218" y="194982"/>
                    <a:pt x="0" y="182383"/>
                    <a:pt x="0" y="169247"/>
                  </a:cubicBezTo>
                  <a:lnTo>
                    <a:pt x="0" y="49531"/>
                  </a:lnTo>
                  <a:cubicBezTo>
                    <a:pt x="0" y="36395"/>
                    <a:pt x="5218" y="23796"/>
                    <a:pt x="14507" y="14507"/>
                  </a:cubicBezTo>
                  <a:cubicBezTo>
                    <a:pt x="23796" y="5218"/>
                    <a:pt x="36395" y="0"/>
                    <a:pt x="495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522486" cy="266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Problem 3</a:t>
              </a:r>
              <a:endParaRPr lang="en-US" sz="26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96200" y="6262843"/>
            <a:ext cx="972047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Searching medicines</a:t>
            </a:r>
            <a:r>
              <a:rPr lang="en-US" sz="30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with partial names is slow and inefficient.</a:t>
            </a:r>
            <a:endParaRPr lang="en-US" sz="30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5425984" y="7695312"/>
            <a:ext cx="3594998" cy="516593"/>
            <a:chOff x="0" y="0"/>
            <a:chExt cx="1522486" cy="2187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2486" cy="218778"/>
            </a:xfrm>
            <a:custGeom>
              <a:avLst/>
              <a:gdLst/>
              <a:ahLst/>
              <a:cxnLst/>
              <a:rect l="l" t="t" r="r" b="b"/>
              <a:pathLst>
                <a:path w="1522486" h="218778">
                  <a:moveTo>
                    <a:pt x="49531" y="0"/>
                  </a:moveTo>
                  <a:lnTo>
                    <a:pt x="1472955" y="0"/>
                  </a:lnTo>
                  <a:cubicBezTo>
                    <a:pt x="1486091" y="0"/>
                    <a:pt x="1498690" y="5218"/>
                    <a:pt x="1507978" y="14507"/>
                  </a:cubicBezTo>
                  <a:cubicBezTo>
                    <a:pt x="1517267" y="23796"/>
                    <a:pt x="1522486" y="36395"/>
                    <a:pt x="1522486" y="49531"/>
                  </a:cubicBezTo>
                  <a:lnTo>
                    <a:pt x="1522486" y="169247"/>
                  </a:lnTo>
                  <a:cubicBezTo>
                    <a:pt x="1522486" y="182383"/>
                    <a:pt x="1517267" y="194982"/>
                    <a:pt x="1507978" y="204270"/>
                  </a:cubicBezTo>
                  <a:cubicBezTo>
                    <a:pt x="1498690" y="213559"/>
                    <a:pt x="1486091" y="218778"/>
                    <a:pt x="1472955" y="218778"/>
                  </a:cubicBezTo>
                  <a:lnTo>
                    <a:pt x="49531" y="218778"/>
                  </a:lnTo>
                  <a:cubicBezTo>
                    <a:pt x="36395" y="218778"/>
                    <a:pt x="23796" y="213559"/>
                    <a:pt x="14507" y="204270"/>
                  </a:cubicBezTo>
                  <a:cubicBezTo>
                    <a:pt x="5218" y="194982"/>
                    <a:pt x="0" y="182383"/>
                    <a:pt x="0" y="169247"/>
                  </a:cubicBezTo>
                  <a:lnTo>
                    <a:pt x="0" y="49531"/>
                  </a:lnTo>
                  <a:cubicBezTo>
                    <a:pt x="0" y="36395"/>
                    <a:pt x="5218" y="23796"/>
                    <a:pt x="14507" y="14507"/>
                  </a:cubicBezTo>
                  <a:cubicBezTo>
                    <a:pt x="23796" y="5218"/>
                    <a:pt x="36395" y="0"/>
                    <a:pt x="495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522486" cy="266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Problem 4</a:t>
              </a:r>
              <a:endParaRPr lang="en-US" sz="26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696200" y="8425041"/>
            <a:ext cx="972047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No automated</a:t>
            </a:r>
            <a:r>
              <a:rPr lang="en-US" sz="30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alerts or digital reports.</a:t>
            </a:r>
            <a:endParaRPr lang="en-US" sz="30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24" name="Group 24"/>
          <p:cNvGrpSpPr/>
          <p:nvPr/>
        </p:nvGrpSpPr>
        <p:grpSpPr>
          <a:xfrm rot="7573183">
            <a:off x="1883849" y="7910130"/>
            <a:ext cx="1124580" cy="112458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51465" y="-2544328"/>
            <a:ext cx="9898854" cy="8599630"/>
          </a:xfrm>
          <a:custGeom>
            <a:avLst/>
            <a:gdLst/>
            <a:ahLst/>
            <a:cxnLst/>
            <a:rect l="l" t="t" r="r" b="b"/>
            <a:pathLst>
              <a:path w="9898854" h="8599630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96843" y="6338914"/>
            <a:ext cx="679750" cy="679750"/>
          </a:xfrm>
          <a:custGeom>
            <a:avLst/>
            <a:gdLst/>
            <a:ahLst/>
            <a:cxnLst/>
            <a:rect l="l" t="t" r="r" b="b"/>
            <a:pathLst>
              <a:path w="679750" h="679750">
                <a:moveTo>
                  <a:pt x="0" y="0"/>
                </a:moveTo>
                <a:lnTo>
                  <a:pt x="679750" y="0"/>
                </a:lnTo>
                <a:lnTo>
                  <a:pt x="679750" y="679750"/>
                </a:lnTo>
                <a:lnTo>
                  <a:pt x="0" y="67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46516" y="2825026"/>
            <a:ext cx="630077" cy="796649"/>
          </a:xfrm>
          <a:custGeom>
            <a:avLst/>
            <a:gdLst/>
            <a:ahLst/>
            <a:cxnLst/>
            <a:rect l="l" t="t" r="r" b="b"/>
            <a:pathLst>
              <a:path w="630077" h="796649">
                <a:moveTo>
                  <a:pt x="0" y="0"/>
                </a:moveTo>
                <a:lnTo>
                  <a:pt x="630077" y="0"/>
                </a:lnTo>
                <a:lnTo>
                  <a:pt x="630077" y="796649"/>
                </a:lnTo>
                <a:lnTo>
                  <a:pt x="0" y="796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8237"/>
            <a:ext cx="9628099" cy="80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80"/>
              </a:lnSpc>
              <a:spcBef>
                <a:spcPct val="0"/>
              </a:spcBef>
            </a:pPr>
            <a:r>
              <a:rPr lang="en-US" sz="5000" b="1" u="none" strike="noStrike" dirty="0">
                <a:solidFill>
                  <a:srgbClr val="10101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Objective of the system</a:t>
            </a:r>
            <a:endParaRPr lang="en-US" sz="5000" b="1" u="none" strike="noStrike" dirty="0">
              <a:solidFill>
                <a:srgbClr val="10101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713933" y="4485702"/>
            <a:ext cx="662660" cy="662660"/>
          </a:xfrm>
          <a:custGeom>
            <a:avLst/>
            <a:gdLst/>
            <a:ahLst/>
            <a:cxnLst/>
            <a:rect l="l" t="t" r="r" b="b"/>
            <a:pathLst>
              <a:path w="662660" h="662660">
                <a:moveTo>
                  <a:pt x="0" y="0"/>
                </a:moveTo>
                <a:lnTo>
                  <a:pt x="662660" y="0"/>
                </a:lnTo>
                <a:lnTo>
                  <a:pt x="662660" y="662660"/>
                </a:lnTo>
                <a:lnTo>
                  <a:pt x="0" y="662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13933" y="7932979"/>
            <a:ext cx="662660" cy="662660"/>
          </a:xfrm>
          <a:custGeom>
            <a:avLst/>
            <a:gdLst/>
            <a:ahLst/>
            <a:cxnLst/>
            <a:rect l="l" t="t" r="r" b="b"/>
            <a:pathLst>
              <a:path w="662660" h="662660">
                <a:moveTo>
                  <a:pt x="0" y="0"/>
                </a:moveTo>
                <a:lnTo>
                  <a:pt x="662660" y="0"/>
                </a:lnTo>
                <a:lnTo>
                  <a:pt x="662660" y="662660"/>
                </a:lnTo>
                <a:lnTo>
                  <a:pt x="0" y="662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83652" y="2554218"/>
            <a:ext cx="786929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Implement stock tracking, low-stock &amp; expiry alerts, and automated billing.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765525" y="4294991"/>
            <a:ext cx="786929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Ensure data accuracy with real-time inventory and sales updates.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51670" y="6035764"/>
            <a:ext cx="7869298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Create a simple and user-friendly interface usable by non-technical staff.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783652" y="7792932"/>
            <a:ext cx="7869298" cy="103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Design a scalable architecture to support future upgrades</a:t>
            </a:r>
            <a:r>
              <a:rPr lang="en-US" sz="3000" dirty="0" smtClean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.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5071254" y="7018664"/>
            <a:ext cx="756393" cy="784659"/>
            <a:chOff x="0" y="0"/>
            <a:chExt cx="78352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297756" y="8131264"/>
            <a:ext cx="756393" cy="784659"/>
            <a:chOff x="0" y="0"/>
            <a:chExt cx="78352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909803" y="9258300"/>
            <a:ext cx="756393" cy="784659"/>
            <a:chOff x="0" y="0"/>
            <a:chExt cx="78352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088734" y="5270642"/>
            <a:ext cx="756393" cy="784659"/>
            <a:chOff x="0" y="0"/>
            <a:chExt cx="78352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1874361"/>
            <a:chOff x="0" y="0"/>
            <a:chExt cx="9414331" cy="964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898322">
            <a:off x="15681659" y="3456269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47587" y="3114964"/>
            <a:ext cx="562227" cy="583237"/>
            <a:chOff x="0" y="0"/>
            <a:chExt cx="783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11141" y="6040418"/>
            <a:ext cx="562227" cy="583237"/>
            <a:chOff x="0" y="0"/>
            <a:chExt cx="78352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26636" y="8448992"/>
            <a:ext cx="562227" cy="583237"/>
            <a:chOff x="0" y="0"/>
            <a:chExt cx="78352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3961343" y="4664798"/>
            <a:ext cx="9564632" cy="4910178"/>
          </a:xfrm>
          <a:custGeom>
            <a:avLst/>
            <a:gdLst/>
            <a:ahLst/>
            <a:cxnLst/>
            <a:rect l="l" t="t" r="r" b="b"/>
            <a:pathLst>
              <a:path w="9564632" h="4910178">
                <a:moveTo>
                  <a:pt x="0" y="0"/>
                </a:moveTo>
                <a:lnTo>
                  <a:pt x="9564633" y="0"/>
                </a:lnTo>
                <a:lnTo>
                  <a:pt x="9564633" y="4910179"/>
                </a:lnTo>
                <a:lnTo>
                  <a:pt x="0" y="4910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92" b="-1772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09814" y="1163184"/>
            <a:ext cx="10375828" cy="90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55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Development Methodology</a:t>
            </a:r>
            <a:endParaRPr lang="en-US" sz="5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35346" y="3067339"/>
            <a:ext cx="14016627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0"/>
              </a:lnSpc>
              <a:spcBef>
                <a:spcPct val="0"/>
              </a:spcBef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PharmaTrack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uses the Waterfall Model with a clear, step-by-step process where each phase is finished before the next, ensuring proper documentation, minimal overlap, and reliable testing.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2821" y="636933"/>
            <a:ext cx="17177026" cy="8995198"/>
            <a:chOff x="0" y="0"/>
            <a:chExt cx="4523990" cy="23691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3990" cy="2369106"/>
            </a:xfrm>
            <a:custGeom>
              <a:avLst/>
              <a:gdLst/>
              <a:ahLst/>
              <a:cxnLst/>
              <a:rect l="l" t="t" r="r" b="b"/>
              <a:pathLst>
                <a:path w="4523990" h="2369106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42964" y="7366606"/>
            <a:ext cx="1089544" cy="1089544"/>
            <a:chOff x="0" y="0"/>
            <a:chExt cx="1452725" cy="145272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452725" cy="1452725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21945" y="274462"/>
              <a:ext cx="940821" cy="940821"/>
            </a:xfrm>
            <a:custGeom>
              <a:avLst/>
              <a:gdLst/>
              <a:ahLst/>
              <a:cxnLst/>
              <a:rect l="l" t="t" r="r" b="b"/>
              <a:pathLst>
                <a:path w="940821" h="940821">
                  <a:moveTo>
                    <a:pt x="0" y="0"/>
                  </a:moveTo>
                  <a:lnTo>
                    <a:pt x="940822" y="0"/>
                  </a:lnTo>
                  <a:lnTo>
                    <a:pt x="940822" y="940822"/>
                  </a:lnTo>
                  <a:lnTo>
                    <a:pt x="0" y="940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978752" y="5435379"/>
            <a:ext cx="1131524" cy="1131524"/>
            <a:chOff x="0" y="0"/>
            <a:chExt cx="1508698" cy="150869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508698" cy="150869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60467" y="274345"/>
              <a:ext cx="987764" cy="987764"/>
            </a:xfrm>
            <a:custGeom>
              <a:avLst/>
              <a:gdLst/>
              <a:ahLst/>
              <a:cxnLst/>
              <a:rect l="l" t="t" r="r" b="b"/>
              <a:pathLst>
                <a:path w="987764" h="987764">
                  <a:moveTo>
                    <a:pt x="0" y="0"/>
                  </a:moveTo>
                  <a:lnTo>
                    <a:pt x="987764" y="0"/>
                  </a:lnTo>
                  <a:lnTo>
                    <a:pt x="987764" y="987763"/>
                  </a:lnTo>
                  <a:lnTo>
                    <a:pt x="0" y="987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739196" y="5483495"/>
            <a:ext cx="1035292" cy="1035292"/>
            <a:chOff x="0" y="0"/>
            <a:chExt cx="1380389" cy="138038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380389" cy="1380389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25546" y="219489"/>
              <a:ext cx="885226" cy="885226"/>
            </a:xfrm>
            <a:custGeom>
              <a:avLst/>
              <a:gdLst/>
              <a:ahLst/>
              <a:cxnLst/>
              <a:rect l="l" t="t" r="r" b="b"/>
              <a:pathLst>
                <a:path w="885226" h="885226">
                  <a:moveTo>
                    <a:pt x="0" y="0"/>
                  </a:moveTo>
                  <a:lnTo>
                    <a:pt x="885226" y="0"/>
                  </a:lnTo>
                  <a:lnTo>
                    <a:pt x="885226" y="885226"/>
                  </a:lnTo>
                  <a:lnTo>
                    <a:pt x="0" y="885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642964" y="3504151"/>
            <a:ext cx="1131524" cy="1131524"/>
            <a:chOff x="0" y="0"/>
            <a:chExt cx="1508698" cy="1508698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508698" cy="1508698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268384" y="306081"/>
              <a:ext cx="971931" cy="956027"/>
            </a:xfrm>
            <a:custGeom>
              <a:avLst/>
              <a:gdLst/>
              <a:ahLst/>
              <a:cxnLst/>
              <a:rect l="l" t="t" r="r" b="b"/>
              <a:pathLst>
                <a:path w="971931" h="956027">
                  <a:moveTo>
                    <a:pt x="0" y="0"/>
                  </a:moveTo>
                  <a:lnTo>
                    <a:pt x="971931" y="0"/>
                  </a:lnTo>
                  <a:lnTo>
                    <a:pt x="971931" y="956027"/>
                  </a:lnTo>
                  <a:lnTo>
                    <a:pt x="0" y="95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933993" y="1481357"/>
            <a:ext cx="13137199" cy="1004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10"/>
              </a:lnSpc>
              <a:spcBef>
                <a:spcPct val="0"/>
              </a:spcBef>
            </a:pPr>
            <a:r>
              <a:rPr lang="en-US" sz="5000" b="1" dirty="0"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Functional Req</a:t>
            </a:r>
            <a:r>
              <a:rPr lang="en-US" sz="5000" b="1" u="none" strike="noStrike" dirty="0"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uirement </a:t>
            </a:r>
            <a:endParaRPr lang="en-US" sz="5000" b="1" u="none" strike="noStrike" dirty="0"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978752" y="3500657"/>
            <a:ext cx="1135018" cy="1135018"/>
            <a:chOff x="0" y="0"/>
            <a:chExt cx="1513357" cy="151335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513357" cy="1513357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247272" y="240631"/>
              <a:ext cx="970497" cy="970497"/>
            </a:xfrm>
            <a:custGeom>
              <a:avLst/>
              <a:gdLst/>
              <a:ahLst/>
              <a:cxnLst/>
              <a:rect l="l" t="t" r="r" b="b"/>
              <a:pathLst>
                <a:path w="970497" h="970497">
                  <a:moveTo>
                    <a:pt x="0" y="0"/>
                  </a:moveTo>
                  <a:lnTo>
                    <a:pt x="970497" y="0"/>
                  </a:lnTo>
                  <a:lnTo>
                    <a:pt x="970497" y="970498"/>
                  </a:lnTo>
                  <a:lnTo>
                    <a:pt x="0" y="970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2078478" y="7420859"/>
            <a:ext cx="1035292" cy="1035292"/>
            <a:chOff x="0" y="0"/>
            <a:chExt cx="1380389" cy="1380389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380389" cy="1380389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00FE">
                      <a:alpha val="100000"/>
                    </a:srgbClr>
                  </a:gs>
                  <a:gs pos="25000">
                    <a:srgbClr val="C900FE">
                      <a:alpha val="100000"/>
                    </a:srgbClr>
                  </a:gs>
                  <a:gs pos="50000">
                    <a:srgbClr val="A136FF">
                      <a:alpha val="100000"/>
                    </a:srgbClr>
                  </a:gs>
                  <a:gs pos="75000">
                    <a:srgbClr val="5142F0">
                      <a:alpha val="100000"/>
                    </a:srgbClr>
                  </a:gs>
                  <a:gs pos="100000">
                    <a:srgbClr val="0033D9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245559" y="280050"/>
              <a:ext cx="889272" cy="874720"/>
            </a:xfrm>
            <a:custGeom>
              <a:avLst/>
              <a:gdLst/>
              <a:ahLst/>
              <a:cxnLst/>
              <a:rect l="l" t="t" r="r" b="b"/>
              <a:pathLst>
                <a:path w="889272" h="874720">
                  <a:moveTo>
                    <a:pt x="0" y="0"/>
                  </a:moveTo>
                  <a:lnTo>
                    <a:pt x="889271" y="0"/>
                  </a:lnTo>
                  <a:lnTo>
                    <a:pt x="889271" y="874720"/>
                  </a:lnTo>
                  <a:lnTo>
                    <a:pt x="0" y="87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3311631" y="3456526"/>
            <a:ext cx="3903107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User authentication 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(login/register)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311631" y="5387754"/>
            <a:ext cx="341173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Stock &amp; inventory 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management</a:t>
            </a:r>
            <a:endParaRPr lang="en-US" sz="30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311631" y="7816629"/>
            <a:ext cx="310586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Billing &amp; receipt </a:t>
            </a:r>
            <a:endParaRPr lang="en-US" sz="300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generation</a:t>
            </a:r>
            <a:endParaRPr lang="en-US" sz="300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181182" y="3718464"/>
            <a:ext cx="360283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Expiry alert system</a:t>
            </a:r>
            <a:endParaRPr lang="en-US" sz="300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181182" y="5547727"/>
            <a:ext cx="397990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Transaction history &amp;</a:t>
            </a:r>
            <a:endParaRPr lang="en-US" sz="300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reporting</a:t>
            </a:r>
            <a:endParaRPr lang="en-US" sz="300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181182" y="7667042"/>
            <a:ext cx="389001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Dashboard analytics</a:t>
            </a:r>
            <a:endParaRPr lang="en-US" sz="300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2" name="Freeform 42"/>
          <p:cNvSpPr/>
          <p:nvPr/>
        </p:nvSpPr>
        <p:spPr>
          <a:xfrm rot="-1898322">
            <a:off x="14347320" y="-4398123"/>
            <a:ext cx="7235135" cy="7253268"/>
          </a:xfrm>
          <a:custGeom>
            <a:avLst/>
            <a:gdLst/>
            <a:ahLst/>
            <a:cxnLst/>
            <a:rect l="l" t="t" r="r" b="b"/>
            <a:pathLst>
              <a:path w="7235135" h="7253268">
                <a:moveTo>
                  <a:pt x="0" y="0"/>
                </a:moveTo>
                <a:lnTo>
                  <a:pt x="7235135" y="0"/>
                </a:lnTo>
                <a:lnTo>
                  <a:pt x="7235135" y="7253268"/>
                </a:lnTo>
                <a:lnTo>
                  <a:pt x="0" y="72532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rot="-1898322">
            <a:off x="-4769312" y="-4845798"/>
            <a:ext cx="7235135" cy="7253268"/>
          </a:xfrm>
          <a:custGeom>
            <a:avLst/>
            <a:gdLst/>
            <a:ahLst/>
            <a:cxnLst/>
            <a:rect l="l" t="t" r="r" b="b"/>
            <a:pathLst>
              <a:path w="7235135" h="7253268">
                <a:moveTo>
                  <a:pt x="0" y="0"/>
                </a:moveTo>
                <a:lnTo>
                  <a:pt x="7235135" y="0"/>
                </a:lnTo>
                <a:lnTo>
                  <a:pt x="7235135" y="7253268"/>
                </a:lnTo>
                <a:lnTo>
                  <a:pt x="0" y="72532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rot="-1898322">
            <a:off x="16435914" y="6188952"/>
            <a:ext cx="7235135" cy="7253268"/>
          </a:xfrm>
          <a:custGeom>
            <a:avLst/>
            <a:gdLst/>
            <a:ahLst/>
            <a:cxnLst/>
            <a:rect l="l" t="t" r="r" b="b"/>
            <a:pathLst>
              <a:path w="7235135" h="7253268">
                <a:moveTo>
                  <a:pt x="0" y="0"/>
                </a:moveTo>
                <a:lnTo>
                  <a:pt x="7235135" y="0"/>
                </a:lnTo>
                <a:lnTo>
                  <a:pt x="7235135" y="7253267"/>
                </a:lnTo>
                <a:lnTo>
                  <a:pt x="0" y="7253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-1898322">
            <a:off x="-3009336" y="8365203"/>
            <a:ext cx="5317884" cy="5331212"/>
          </a:xfrm>
          <a:custGeom>
            <a:avLst/>
            <a:gdLst/>
            <a:ahLst/>
            <a:cxnLst/>
            <a:rect l="l" t="t" r="r" b="b"/>
            <a:pathLst>
              <a:path w="5317884" h="5331212">
                <a:moveTo>
                  <a:pt x="0" y="0"/>
                </a:moveTo>
                <a:lnTo>
                  <a:pt x="5317885" y="0"/>
                </a:lnTo>
                <a:lnTo>
                  <a:pt x="5317885" y="5331212"/>
                </a:lnTo>
                <a:lnTo>
                  <a:pt x="0" y="53312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1655286"/>
            <a:chOff x="0" y="0"/>
            <a:chExt cx="9414331" cy="852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852111"/>
            </a:xfrm>
            <a:custGeom>
              <a:avLst/>
              <a:gdLst/>
              <a:ahLst/>
              <a:cxnLst/>
              <a:rect l="l" t="t" r="r" b="b"/>
              <a:pathLst>
                <a:path w="9414331" h="852111">
                  <a:moveTo>
                    <a:pt x="0" y="0"/>
                  </a:moveTo>
                  <a:lnTo>
                    <a:pt x="9414331" y="0"/>
                  </a:lnTo>
                  <a:lnTo>
                    <a:pt x="9414331" y="852111"/>
                  </a:lnTo>
                  <a:lnTo>
                    <a:pt x="0" y="852111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890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898322">
            <a:off x="14939503" y="-1698530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90016" y="2180833"/>
            <a:ext cx="281113" cy="291618"/>
            <a:chOff x="0" y="0"/>
            <a:chExt cx="783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76037" y="6519428"/>
            <a:ext cx="749787" cy="777806"/>
            <a:chOff x="0" y="0"/>
            <a:chExt cx="78352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879924" y="7981943"/>
            <a:ext cx="562227" cy="583237"/>
            <a:chOff x="0" y="0"/>
            <a:chExt cx="78352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3638724" y="5487278"/>
            <a:ext cx="9966747" cy="4561834"/>
          </a:xfrm>
          <a:custGeom>
            <a:avLst/>
            <a:gdLst/>
            <a:ahLst/>
            <a:cxnLst/>
            <a:rect l="l" t="t" r="r" b="b"/>
            <a:pathLst>
              <a:path w="9966747" h="4561834">
                <a:moveTo>
                  <a:pt x="0" y="0"/>
                </a:moveTo>
                <a:lnTo>
                  <a:pt x="9966747" y="0"/>
                </a:lnTo>
                <a:lnTo>
                  <a:pt x="9966747" y="4561834"/>
                </a:lnTo>
                <a:lnTo>
                  <a:pt x="0" y="456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5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676275"/>
            <a:ext cx="10375828" cy="114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5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Sys</a:t>
            </a:r>
            <a:r>
              <a:rPr lang="en-US" sz="5000" b="1" u="none" strike="noStrike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tem Architecture</a:t>
            </a:r>
            <a:endParaRPr lang="en-US" sz="5000" b="1" u="none" strike="noStrike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2133208"/>
            <a:ext cx="15186795" cy="364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Follows 3-tier client-server architecture:</a:t>
            </a:r>
            <a:endParaRPr lang="en-US" sz="3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626110" lvl="1" indent="-313055" algn="just">
              <a:lnSpc>
                <a:spcPts val="40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Client (React.js frontend) – UI, forms, dashboard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26110" lvl="1" indent="-313055" algn="just">
              <a:lnSpc>
                <a:spcPts val="40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Middleware (PHP backend) – business logic &amp; APIs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26110" lvl="1" indent="-313055" algn="just">
              <a:lnSpc>
                <a:spcPts val="40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Database (MySQL) – users, products, sales, transactions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Ensures modularity, scalability, and secure data operations.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No direct communication between UI and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database.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06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590016" y="4291606"/>
            <a:ext cx="281113" cy="291618"/>
            <a:chOff x="0" y="0"/>
            <a:chExt cx="78352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0016" y="4851882"/>
            <a:ext cx="281113" cy="291618"/>
            <a:chOff x="0" y="0"/>
            <a:chExt cx="78352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1130" y="9193773"/>
            <a:ext cx="605400" cy="628023"/>
            <a:chOff x="0" y="0"/>
            <a:chExt cx="78352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1938569"/>
            <a:chOff x="0" y="0"/>
            <a:chExt cx="9414331" cy="964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898322">
            <a:off x="12261492" y="1739141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47587" y="1464060"/>
            <a:ext cx="562227" cy="583237"/>
            <a:chOff x="0" y="0"/>
            <a:chExt cx="783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9813" y="3356385"/>
            <a:ext cx="423028" cy="438836"/>
            <a:chOff x="0" y="0"/>
            <a:chExt cx="78352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00363" y="2232312"/>
            <a:ext cx="13922653" cy="757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Monitor products and prioritize alerts based on urgency.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Highlight items with low stock or nearing/expired dates.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Key Approaches:</a:t>
            </a:r>
            <a:endParaRPr lang="en-US" sz="3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 Bold" panose="00000800000000000000"/>
                <a:cs typeface="Montserrat Bold" panose="00000800000000000000"/>
                <a:sym typeface="Montserrat" panose="00000500000000000000"/>
              </a:rPr>
              <a:t>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 Bold" panose="00000800000000000000"/>
                <a:cs typeface="Montserrat Bold" panose="00000800000000000000"/>
                <a:sym typeface="Montserrat" panose="00000500000000000000"/>
              </a:rPr>
              <a:t>   </a:t>
            </a:r>
            <a:r>
              <a:rPr lang="en-US" sz="3000" b="1" dirty="0" smtClean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Score </a:t>
            </a:r>
            <a:r>
              <a:rPr lang="en-US" sz="3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calculation rules:</a:t>
            </a:r>
            <a:endParaRPr lang="en-US" sz="3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     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Low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stock (≤20 units) → +50 points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 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Expired products → +100 points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  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Expiring within 14 days → +80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points</a:t>
            </a:r>
            <a:endParaRPr lang="en-US" sz="3000" dirty="0" smtClean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3000" b="1" dirty="0" smtClean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   Greedy </a:t>
            </a:r>
            <a:r>
              <a:rPr lang="en-US" sz="3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Selection:</a:t>
            </a:r>
            <a:endParaRPr lang="en-US" sz="3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7200" indent="-457200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Sort products by heuristic priority score (descending)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57200" indent="-457200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Highest-priority items (expired, expiring soon, very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low</a:t>
            </a:r>
            <a:endParaRPr lang="en-US" sz="3000" dirty="0" smtClean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stock) appear first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57200" indent="-457200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Only positive-score products are included in alerts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  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5823017" y="4748686"/>
            <a:ext cx="562227" cy="583237"/>
            <a:chOff x="0" y="0"/>
            <a:chExt cx="78352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978187" y="5915159"/>
            <a:ext cx="562227" cy="583237"/>
            <a:chOff x="0" y="0"/>
            <a:chExt cx="78352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133357" y="7081632"/>
            <a:ext cx="562227" cy="583237"/>
            <a:chOff x="0" y="0"/>
            <a:chExt cx="78352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09813" y="1397385"/>
            <a:ext cx="10103622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Heuristic Priority Algorithm</a:t>
            </a:r>
            <a:endParaRPr lang="en-US" sz="4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2" name="TextBox 5"/>
          <p:cNvSpPr txBox="1"/>
          <p:nvPr/>
        </p:nvSpPr>
        <p:spPr>
          <a:xfrm>
            <a:off x="3956086" y="3464"/>
            <a:ext cx="10375828" cy="132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75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Core </a:t>
            </a:r>
            <a:r>
              <a:rPr lang="en-US" sz="5000" b="1" u="none" strike="noStrike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Algorithm</a:t>
            </a:r>
            <a:endParaRPr lang="en-US" sz="5000" b="1" u="none" strike="noStrike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1874361"/>
            <a:chOff x="0" y="0"/>
            <a:chExt cx="9414331" cy="964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898322">
            <a:off x="15003279" y="-1729398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47587" y="1464060"/>
            <a:ext cx="562227" cy="583237"/>
            <a:chOff x="0" y="0"/>
            <a:chExt cx="783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9813" y="1397385"/>
            <a:ext cx="7357397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Fuzzy Search Algorithm</a:t>
            </a:r>
            <a:endParaRPr lang="en-US" sz="4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00363" y="2232312"/>
            <a:ext cx="14487970" cy="707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Enable users to find products even with partial matches or typos.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Matches across product name, category, and generic name.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Key Approaches:</a:t>
            </a:r>
            <a:endParaRPr lang="en-US" sz="3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    </a:t>
            </a:r>
            <a:r>
              <a:rPr lang="en-US" sz="3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Field Selection</a:t>
            </a:r>
            <a:endParaRPr lang="en-US" sz="3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7200" indent="-457200" algn="l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Consider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multiple product fields: name, category, generic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name.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57200" indent="-457200" algn="l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Only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fields whose first 3 letters match the search term are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evaluated.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    Similarity Scoring</a:t>
            </a:r>
            <a:endParaRPr lang="en-US" sz="3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457200" indent="-457200" algn="l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Use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Levenshtein Distance to measure edits required to match search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term.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57200" indent="-457200" algn="l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Normalize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score between 0 and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57200" indent="-457200" algn="l">
              <a:lnSpc>
                <a:spcPts val="39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Take </a:t>
            </a: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highest similarity score among all fields per </a:t>
            </a:r>
            <a:r>
              <a:rPr lang="en-US" sz="30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product.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92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309813" y="3836904"/>
            <a:ext cx="423028" cy="438836"/>
            <a:chOff x="0" y="0"/>
            <a:chExt cx="78352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38569" y="4381500"/>
            <a:ext cx="271231" cy="281367"/>
            <a:chOff x="0" y="0"/>
            <a:chExt cx="78352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00363" y="6406749"/>
            <a:ext cx="271231" cy="281367"/>
            <a:chOff x="0" y="0"/>
            <a:chExt cx="78352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1874361"/>
            <a:chOff x="0" y="0"/>
            <a:chExt cx="9414331" cy="964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898322">
            <a:off x="16062659" y="1496788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2459" y="4000500"/>
            <a:ext cx="281595" cy="292118"/>
            <a:chOff x="0" y="0"/>
            <a:chExt cx="783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7391399" y="1703303"/>
            <a:ext cx="7571631" cy="7707397"/>
          </a:xfrm>
          <a:custGeom>
            <a:avLst/>
            <a:gdLst/>
            <a:ahLst/>
            <a:cxnLst/>
            <a:rect l="l" t="t" r="r" b="b"/>
            <a:pathLst>
              <a:path w="5505684" h="4997467">
                <a:moveTo>
                  <a:pt x="0" y="0"/>
                </a:moveTo>
                <a:lnTo>
                  <a:pt x="5505684" y="0"/>
                </a:lnTo>
                <a:lnTo>
                  <a:pt x="5505684" y="4997468"/>
                </a:lnTo>
                <a:lnTo>
                  <a:pt x="0" y="4997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740848" y="-22781"/>
            <a:ext cx="10285788" cy="99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55"/>
              </a:lnSpc>
              <a:spcBef>
                <a:spcPct val="0"/>
              </a:spcBef>
            </a:pPr>
            <a:r>
              <a:rPr lang="en-US" sz="5000" b="1" dirty="0" smtClean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Use-case Diagram</a:t>
            </a:r>
            <a:endParaRPr lang="en-US" sz="5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68189" y="4000500"/>
            <a:ext cx="8487976" cy="215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5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Define system functionality</a:t>
            </a:r>
            <a:endParaRPr lang="en-US" sz="29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36880" lvl="1" indent="-218440" algn="just">
              <a:lnSpc>
                <a:spcPts val="2835"/>
              </a:lnSpc>
              <a:buFont typeface="Arial" panose="020B0604020202020204"/>
              <a:buChar char="•"/>
            </a:pPr>
            <a:r>
              <a:rPr lang="en-US" sz="29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Clarify roles</a:t>
            </a:r>
            <a:endParaRPr lang="en-US" sz="29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36880" lvl="1" indent="-218440" algn="just">
              <a:lnSpc>
                <a:spcPts val="2835"/>
              </a:lnSpc>
              <a:buFont typeface="Arial" panose="020B0604020202020204"/>
              <a:buChar char="•"/>
            </a:pPr>
            <a:r>
              <a:rPr lang="en-US" sz="29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Visualize interactions</a:t>
            </a:r>
            <a:endParaRPr lang="en-US" sz="29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36880" lvl="1" indent="-218440" algn="just">
              <a:lnSpc>
                <a:spcPts val="2835"/>
              </a:lnSpc>
              <a:buFont typeface="Arial" panose="020B0604020202020204"/>
              <a:buChar char="•"/>
            </a:pPr>
            <a:r>
              <a:rPr lang="en-US" sz="29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Support requirement analysis</a:t>
            </a:r>
            <a:endParaRPr lang="en-US" sz="29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36880" lvl="1" indent="-218440" algn="just">
              <a:lnSpc>
                <a:spcPts val="2835"/>
              </a:lnSpc>
              <a:buFont typeface="Arial" panose="020B0604020202020204"/>
              <a:buChar char="•"/>
            </a:pPr>
            <a:r>
              <a:rPr lang="en-US" sz="29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Identify included use cases</a:t>
            </a:r>
            <a:endParaRPr lang="en-US" sz="29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436880" lvl="1" indent="-218440" algn="just">
              <a:lnSpc>
                <a:spcPts val="2835"/>
              </a:lnSpc>
              <a:buFont typeface="Arial" panose="020B0604020202020204"/>
              <a:buChar char="•"/>
            </a:pPr>
            <a:r>
              <a:rPr lang="en-US" sz="29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Guide system design</a:t>
            </a:r>
            <a:endParaRPr lang="en-US" sz="29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1874361"/>
            <a:chOff x="0" y="0"/>
            <a:chExt cx="9414331" cy="9648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 rot="-1898322">
            <a:off x="16062659" y="1496788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00200" y="1808648"/>
            <a:ext cx="281595" cy="292118"/>
            <a:chOff x="0" y="0"/>
            <a:chExt cx="78352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3520" cy="812800"/>
            </a:xfrm>
            <a:custGeom>
              <a:avLst/>
              <a:gdLst/>
              <a:ahLst/>
              <a:cxnLst/>
              <a:rect l="l" t="t" r="r" b="b"/>
              <a:pathLst>
                <a:path w="783520" h="812800">
                  <a:moveTo>
                    <a:pt x="391760" y="0"/>
                  </a:moveTo>
                  <a:cubicBezTo>
                    <a:pt x="175397" y="0"/>
                    <a:pt x="0" y="181951"/>
                    <a:pt x="0" y="406400"/>
                  </a:cubicBezTo>
                  <a:cubicBezTo>
                    <a:pt x="0" y="630849"/>
                    <a:pt x="175397" y="812800"/>
                    <a:pt x="391760" y="812800"/>
                  </a:cubicBezTo>
                  <a:cubicBezTo>
                    <a:pt x="608123" y="812800"/>
                    <a:pt x="783520" y="630849"/>
                    <a:pt x="783520" y="406400"/>
                  </a:cubicBezTo>
                  <a:cubicBezTo>
                    <a:pt x="783520" y="181951"/>
                    <a:pt x="608123" y="0"/>
                    <a:pt x="39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455" y="28575"/>
              <a:ext cx="63661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2133600" y="4193263"/>
            <a:ext cx="12577600" cy="5446037"/>
          </a:xfrm>
          <a:custGeom>
            <a:avLst/>
            <a:gdLst/>
            <a:ahLst/>
            <a:cxnLst/>
            <a:rect l="l" t="t" r="r" b="b"/>
            <a:pathLst>
              <a:path w="9291197" h="5043601">
                <a:moveTo>
                  <a:pt x="0" y="0"/>
                </a:moveTo>
                <a:lnTo>
                  <a:pt x="9291197" y="0"/>
                </a:lnTo>
                <a:lnTo>
                  <a:pt x="9291197" y="5043601"/>
                </a:lnTo>
                <a:lnTo>
                  <a:pt x="0" y="5043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740848" y="-22781"/>
            <a:ext cx="10285788" cy="90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55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Database </a:t>
            </a:r>
            <a:r>
              <a:rPr lang="en-US" sz="5000" b="1" dirty="0" smtClean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Design</a:t>
            </a:r>
            <a:endParaRPr lang="en-US" sz="5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29754" y="1654705"/>
            <a:ext cx="16107976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</a:t>
            </a:r>
            <a:r>
              <a:rPr lang="en-US" sz="27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ustomers</a:t>
            </a:r>
            <a:r>
              <a:rPr lang="en-US" sz="27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</a:t>
            </a:r>
            <a:r>
              <a:rPr lang="en-US" sz="27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products</a:t>
            </a:r>
            <a:r>
              <a:rPr lang="en-US" sz="27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</a:t>
            </a:r>
            <a:r>
              <a:rPr lang="en-US" sz="27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users</a:t>
            </a:r>
            <a:r>
              <a:rPr lang="en-US" sz="27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</a:t>
            </a:r>
            <a:r>
              <a:rPr lang="en-US" sz="27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sales</a:t>
            </a:r>
            <a:r>
              <a:rPr lang="en-US" sz="27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and </a:t>
            </a:r>
            <a:r>
              <a:rPr lang="en-US" sz="2700" dirty="0" err="1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</a:t>
            </a:r>
            <a:r>
              <a:rPr lang="en-US" sz="2700" dirty="0" err="1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ale_items</a:t>
            </a:r>
            <a:r>
              <a:rPr lang="en-US" sz="27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27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are interconnected. Customers make purchases (Sales), which are handled by Users and contain multiple </a:t>
            </a:r>
            <a:r>
              <a:rPr lang="en-US" sz="2700" dirty="0" err="1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</a:t>
            </a:r>
            <a:r>
              <a:rPr lang="en-US" sz="2700" dirty="0" err="1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ale_i</a:t>
            </a:r>
            <a:r>
              <a:rPr lang="en-US" sz="27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2700" dirty="0" err="1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tems</a:t>
            </a:r>
            <a:r>
              <a:rPr lang="en-US" sz="2700" dirty="0" smtClean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27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linked to Products. Each entity tracks relevant details like pricing, stock, and timestamps, enabling efficient sales and inventory management.</a:t>
            </a:r>
            <a:endParaRPr lang="en-US" sz="27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09" y="2190683"/>
            <a:ext cx="8425736" cy="6802592"/>
          </a:xfrm>
          <a:custGeom>
            <a:avLst/>
            <a:gdLst/>
            <a:ahLst/>
            <a:cxnLst/>
            <a:rect l="l" t="t" r="r" b="b"/>
            <a:pathLst>
              <a:path w="8425736" h="6802592">
                <a:moveTo>
                  <a:pt x="0" y="0"/>
                </a:moveTo>
                <a:lnTo>
                  <a:pt x="8425736" y="0"/>
                </a:lnTo>
                <a:lnTo>
                  <a:pt x="8425736" y="6802592"/>
                </a:lnTo>
                <a:lnTo>
                  <a:pt x="0" y="680259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409" r="-69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74543" y="551612"/>
            <a:ext cx="8434643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Research</a:t>
            </a:r>
            <a:r>
              <a:rPr lang="en-US" sz="5000" b="1" u="none" strike="noStrike" dirty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Results</a:t>
            </a:r>
            <a:endParaRPr lang="en-US" sz="5000" b="1" u="none" strike="noStrike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7701141"/>
            <a:ext cx="8434945" cy="2585859"/>
            <a:chOff x="0" y="0"/>
            <a:chExt cx="2137108" cy="6551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7108" cy="655163"/>
            </a:xfrm>
            <a:custGeom>
              <a:avLst/>
              <a:gdLst/>
              <a:ahLst/>
              <a:cxnLst/>
              <a:rect l="l" t="t" r="r" b="b"/>
              <a:pathLst>
                <a:path w="2137108" h="655163">
                  <a:moveTo>
                    <a:pt x="0" y="0"/>
                  </a:moveTo>
                  <a:lnTo>
                    <a:pt x="2137108" y="0"/>
                  </a:lnTo>
                  <a:lnTo>
                    <a:pt x="2137108" y="655163"/>
                  </a:lnTo>
                  <a:lnTo>
                    <a:pt x="0" y="655163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37108" cy="693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09" y="0"/>
            <a:ext cx="8425736" cy="2756878"/>
            <a:chOff x="0" y="0"/>
            <a:chExt cx="2134774" cy="6984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4774" cy="698492"/>
            </a:xfrm>
            <a:custGeom>
              <a:avLst/>
              <a:gdLst/>
              <a:ahLst/>
              <a:cxnLst/>
              <a:rect l="l" t="t" r="r" b="b"/>
              <a:pathLst>
                <a:path w="2134774" h="698492">
                  <a:moveTo>
                    <a:pt x="0" y="0"/>
                  </a:moveTo>
                  <a:lnTo>
                    <a:pt x="2134774" y="0"/>
                  </a:lnTo>
                  <a:lnTo>
                    <a:pt x="2134774" y="698492"/>
                  </a:lnTo>
                  <a:lnTo>
                    <a:pt x="0" y="698492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34774" cy="736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2194538"/>
            <a:ext cx="373881" cy="3738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77375" y="2137388"/>
            <a:ext cx="8541281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Fuzzy search significantly reduces search time and improves accuracy.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Stock alert system successfully detects: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1295400" lvl="2" indent="-43180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⚬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Expired medicines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1295400" lvl="2" indent="-43180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⚬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Near-expiry items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1295400" lvl="2" indent="-43180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⚬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Low stock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Billing module updates stock in real-time without errors.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Dashboard analytics accurately represent sales statistics and stock levels.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000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The system is stable, responsive, and suitable for small–medium pharmacies.</a:t>
            </a: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144000" y="3358994"/>
            <a:ext cx="373881" cy="37388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5436597"/>
            <a:ext cx="373881" cy="37388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7514200"/>
            <a:ext cx="373881" cy="37388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0" y="6475398"/>
            <a:ext cx="373881" cy="37388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536833">
            <a:off x="-3797697" y="4453554"/>
            <a:ext cx="9652795" cy="9676987"/>
          </a:xfrm>
          <a:custGeom>
            <a:avLst/>
            <a:gdLst/>
            <a:ahLst/>
            <a:cxnLst/>
            <a:rect l="l" t="t" r="r" b="b"/>
            <a:pathLst>
              <a:path w="9652795" h="9676987">
                <a:moveTo>
                  <a:pt x="0" y="0"/>
                </a:moveTo>
                <a:lnTo>
                  <a:pt x="9652794" y="0"/>
                </a:lnTo>
                <a:lnTo>
                  <a:pt x="9652794" y="9676987"/>
                </a:lnTo>
                <a:lnTo>
                  <a:pt x="0" y="967698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43854" y="133350"/>
            <a:ext cx="10783018" cy="850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5000" b="1" dirty="0">
                <a:solidFill>
                  <a:srgbClr val="10101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Conclusion &amp; Future Vision</a:t>
            </a:r>
            <a:endParaRPr lang="en-US" sz="5000" b="1" dirty="0">
              <a:solidFill>
                <a:srgbClr val="10101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43854" y="2897855"/>
            <a:ext cx="3718016" cy="654698"/>
            <a:chOff x="0" y="0"/>
            <a:chExt cx="1574584" cy="2772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4584" cy="277265"/>
            </a:xfrm>
            <a:custGeom>
              <a:avLst/>
              <a:gdLst/>
              <a:ahLst/>
              <a:cxnLst/>
              <a:rect l="l" t="t" r="r" b="b"/>
              <a:pathLst>
                <a:path w="1574584" h="277265">
                  <a:moveTo>
                    <a:pt x="47892" y="0"/>
                  </a:moveTo>
                  <a:lnTo>
                    <a:pt x="1526692" y="0"/>
                  </a:lnTo>
                  <a:cubicBezTo>
                    <a:pt x="1539394" y="0"/>
                    <a:pt x="1551575" y="5046"/>
                    <a:pt x="1560557" y="14027"/>
                  </a:cubicBezTo>
                  <a:cubicBezTo>
                    <a:pt x="1569538" y="23009"/>
                    <a:pt x="1574584" y="35190"/>
                    <a:pt x="1574584" y="47892"/>
                  </a:cubicBezTo>
                  <a:lnTo>
                    <a:pt x="1574584" y="229373"/>
                  </a:lnTo>
                  <a:cubicBezTo>
                    <a:pt x="1574584" y="255823"/>
                    <a:pt x="1553142" y="277265"/>
                    <a:pt x="1526692" y="277265"/>
                  </a:cubicBezTo>
                  <a:lnTo>
                    <a:pt x="47892" y="277265"/>
                  </a:lnTo>
                  <a:cubicBezTo>
                    <a:pt x="35190" y="277265"/>
                    <a:pt x="23009" y="272220"/>
                    <a:pt x="14027" y="263238"/>
                  </a:cubicBezTo>
                  <a:cubicBezTo>
                    <a:pt x="5046" y="254256"/>
                    <a:pt x="0" y="242075"/>
                    <a:pt x="0" y="229373"/>
                  </a:cubicBezTo>
                  <a:lnTo>
                    <a:pt x="0" y="47892"/>
                  </a:lnTo>
                  <a:cubicBezTo>
                    <a:pt x="0" y="35190"/>
                    <a:pt x="5046" y="23009"/>
                    <a:pt x="14027" y="14027"/>
                  </a:cubicBezTo>
                  <a:cubicBezTo>
                    <a:pt x="23009" y="5046"/>
                    <a:pt x="35190" y="0"/>
                    <a:pt x="478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574584" cy="3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 dirty="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Current Success</a:t>
              </a:r>
              <a:endParaRPr lang="en-US" sz="2800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02862" y="3632422"/>
            <a:ext cx="9720474" cy="127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500" dirty="0" err="1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Pharm</a:t>
            </a:r>
            <a:r>
              <a:rPr lang="en-US" sz="2500" u="none" strike="noStrike" dirty="0" err="1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aTrack</a:t>
            </a: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streamlines pharmacy operations with accurate inventory and sales  management, reducing errors and improving efficiency.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 rot="7573183">
            <a:off x="16482328" y="-929639"/>
            <a:ext cx="2768174" cy="276817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643854" y="1154464"/>
            <a:ext cx="12288105" cy="171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500" dirty="0" err="1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PharmaTrack</a:t>
            </a:r>
            <a:r>
              <a:rPr lang="en-US" sz="25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successfully digitizes pharmacy operations, ensuring secure and accurate inventory and sales management. Its user-friendly design enables easy adoption, and it fulfills all goals of building a reliable, intelligent POS system</a:t>
            </a:r>
            <a:endParaRPr lang="en-US" sz="2500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566766" y="5122306"/>
            <a:ext cx="4190727" cy="677208"/>
            <a:chOff x="0" y="0"/>
            <a:chExt cx="1774778" cy="2867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74778" cy="286798"/>
            </a:xfrm>
            <a:custGeom>
              <a:avLst/>
              <a:gdLst/>
              <a:ahLst/>
              <a:cxnLst/>
              <a:rect l="l" t="t" r="r" b="b"/>
              <a:pathLst>
                <a:path w="1774778" h="286798">
                  <a:moveTo>
                    <a:pt x="42490" y="0"/>
                  </a:moveTo>
                  <a:lnTo>
                    <a:pt x="1732288" y="0"/>
                  </a:lnTo>
                  <a:cubicBezTo>
                    <a:pt x="1743557" y="0"/>
                    <a:pt x="1754364" y="4477"/>
                    <a:pt x="1762333" y="12445"/>
                  </a:cubicBezTo>
                  <a:cubicBezTo>
                    <a:pt x="1770301" y="20413"/>
                    <a:pt x="1774778" y="31221"/>
                    <a:pt x="1774778" y="42490"/>
                  </a:cubicBezTo>
                  <a:lnTo>
                    <a:pt x="1774778" y="244308"/>
                  </a:lnTo>
                  <a:cubicBezTo>
                    <a:pt x="1774778" y="255577"/>
                    <a:pt x="1770301" y="266385"/>
                    <a:pt x="1762333" y="274353"/>
                  </a:cubicBezTo>
                  <a:cubicBezTo>
                    <a:pt x="1754364" y="282322"/>
                    <a:pt x="1743557" y="286798"/>
                    <a:pt x="1732288" y="286798"/>
                  </a:cubicBezTo>
                  <a:lnTo>
                    <a:pt x="42490" y="286798"/>
                  </a:lnTo>
                  <a:cubicBezTo>
                    <a:pt x="31221" y="286798"/>
                    <a:pt x="20413" y="282322"/>
                    <a:pt x="12445" y="274353"/>
                  </a:cubicBezTo>
                  <a:cubicBezTo>
                    <a:pt x="4477" y="266385"/>
                    <a:pt x="0" y="255577"/>
                    <a:pt x="0" y="244308"/>
                  </a:cubicBezTo>
                  <a:lnTo>
                    <a:pt x="0" y="42490"/>
                  </a:lnTo>
                  <a:cubicBezTo>
                    <a:pt x="0" y="31221"/>
                    <a:pt x="4477" y="20413"/>
                    <a:pt x="12445" y="12445"/>
                  </a:cubicBezTo>
                  <a:cubicBezTo>
                    <a:pt x="20413" y="4477"/>
                    <a:pt x="31221" y="0"/>
                    <a:pt x="424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774778" cy="3344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Future Enhancements</a:t>
              </a:r>
              <a:endParaRPr lang="en-US" sz="28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044357" y="5904289"/>
            <a:ext cx="9720474" cy="171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20204"/>
              <a:buChar char="•"/>
            </a:pPr>
            <a:r>
              <a:rPr lang="en-US" sz="25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Mobile app fo</a:t>
            </a: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 remote access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20204"/>
              <a:buChar char="•"/>
            </a:pP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Multi-branch and wholesaler support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20204"/>
              <a:buChar char="•"/>
            </a:pP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Barcode scanning and AI-based restocking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20204"/>
              <a:buChar char="•"/>
            </a:pP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Advanced analytics and reporting tools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437029" y="7638791"/>
            <a:ext cx="3718016" cy="594663"/>
            <a:chOff x="0" y="0"/>
            <a:chExt cx="1574584" cy="251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74584" cy="251840"/>
            </a:xfrm>
            <a:custGeom>
              <a:avLst/>
              <a:gdLst/>
              <a:ahLst/>
              <a:cxnLst/>
              <a:rect l="l" t="t" r="r" b="b"/>
              <a:pathLst>
                <a:path w="1574584" h="251840">
                  <a:moveTo>
                    <a:pt x="47892" y="0"/>
                  </a:moveTo>
                  <a:lnTo>
                    <a:pt x="1526692" y="0"/>
                  </a:lnTo>
                  <a:cubicBezTo>
                    <a:pt x="1539394" y="0"/>
                    <a:pt x="1551575" y="5046"/>
                    <a:pt x="1560557" y="14027"/>
                  </a:cubicBezTo>
                  <a:cubicBezTo>
                    <a:pt x="1569538" y="23009"/>
                    <a:pt x="1574584" y="35190"/>
                    <a:pt x="1574584" y="47892"/>
                  </a:cubicBezTo>
                  <a:lnTo>
                    <a:pt x="1574584" y="203948"/>
                  </a:lnTo>
                  <a:cubicBezTo>
                    <a:pt x="1574584" y="230398"/>
                    <a:pt x="1553142" y="251840"/>
                    <a:pt x="1526692" y="251840"/>
                  </a:cubicBezTo>
                  <a:lnTo>
                    <a:pt x="47892" y="251840"/>
                  </a:lnTo>
                  <a:cubicBezTo>
                    <a:pt x="21442" y="251840"/>
                    <a:pt x="0" y="230398"/>
                    <a:pt x="0" y="203948"/>
                  </a:cubicBezTo>
                  <a:lnTo>
                    <a:pt x="0" y="47892"/>
                  </a:lnTo>
                  <a:cubicBezTo>
                    <a:pt x="0" y="35190"/>
                    <a:pt x="5046" y="23009"/>
                    <a:pt x="14027" y="14027"/>
                  </a:cubicBezTo>
                  <a:cubicBezTo>
                    <a:pt x="23009" y="5046"/>
                    <a:pt x="35190" y="0"/>
                    <a:pt x="478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574584" cy="299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Montserrat" panose="00000500000000000000"/>
                  <a:ea typeface="Montserrat" panose="00000500000000000000"/>
                  <a:cs typeface="Montserrat" panose="00000500000000000000"/>
                  <a:sym typeface="Montserrat" panose="00000500000000000000"/>
                </a:rPr>
                <a:t> Impact</a:t>
              </a:r>
              <a:endParaRPr lang="en-US" sz="28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361870" y="8276317"/>
            <a:ext cx="9720474" cy="127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500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Higher p</a:t>
            </a: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roductivity and fewer manual mistakes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Better medicine availability and user satisfaction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500" u="none" strike="noStrike" dirty="0">
                <a:solidFill>
                  <a:srgbClr val="10101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Scalable for hospitals, clinics, and retail chains</a:t>
            </a:r>
            <a:endParaRPr lang="en-US" sz="2500" u="none" strike="noStrike" dirty="0">
              <a:solidFill>
                <a:srgbClr val="10101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2209514"/>
            <a:chOff x="0" y="0"/>
            <a:chExt cx="9414331" cy="1137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1137418"/>
            </a:xfrm>
            <a:custGeom>
              <a:avLst/>
              <a:gdLst/>
              <a:ahLst/>
              <a:cxnLst/>
              <a:rect l="l" t="t" r="r" b="b"/>
              <a:pathLst>
                <a:path w="9414331" h="1137418">
                  <a:moveTo>
                    <a:pt x="0" y="0"/>
                  </a:moveTo>
                  <a:lnTo>
                    <a:pt x="9414331" y="0"/>
                  </a:lnTo>
                  <a:lnTo>
                    <a:pt x="9414331" y="1137418"/>
                  </a:lnTo>
                  <a:lnTo>
                    <a:pt x="0" y="1137418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117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1363853"/>
            <a:ext cx="9031400" cy="4426247"/>
          </a:xfrm>
          <a:custGeom>
            <a:avLst/>
            <a:gdLst/>
            <a:ahLst/>
            <a:cxnLst/>
            <a:rect l="l" t="t" r="r" b="b"/>
            <a:pathLst>
              <a:path w="9031400" h="4426247">
                <a:moveTo>
                  <a:pt x="0" y="0"/>
                </a:moveTo>
                <a:lnTo>
                  <a:pt x="9031400" y="0"/>
                </a:lnTo>
                <a:lnTo>
                  <a:pt x="9031400" y="4426247"/>
                </a:lnTo>
                <a:lnTo>
                  <a:pt x="0" y="442624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031400" y="5662091"/>
            <a:ext cx="9256600" cy="4624909"/>
          </a:xfrm>
          <a:custGeom>
            <a:avLst/>
            <a:gdLst/>
            <a:ahLst/>
            <a:cxnLst/>
            <a:rect l="l" t="t" r="r" b="b"/>
            <a:pathLst>
              <a:path w="9256600" h="4624909">
                <a:moveTo>
                  <a:pt x="0" y="0"/>
                </a:moveTo>
                <a:lnTo>
                  <a:pt x="9256600" y="0"/>
                </a:lnTo>
                <a:lnTo>
                  <a:pt x="9256600" y="4624909"/>
                </a:lnTo>
                <a:lnTo>
                  <a:pt x="0" y="4624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67889" y="19047"/>
            <a:ext cx="7857904" cy="96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000" b="1" dirty="0" smtClean="0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System Screenshot</a:t>
            </a:r>
            <a:endParaRPr lang="en-US" sz="5000" b="1" dirty="0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8" name="Freeform 8"/>
          <p:cNvSpPr/>
          <p:nvPr/>
        </p:nvSpPr>
        <p:spPr>
          <a:xfrm rot="-1898322">
            <a:off x="13872438" y="-1940489"/>
            <a:ext cx="7389681" cy="7408202"/>
          </a:xfrm>
          <a:custGeom>
            <a:avLst/>
            <a:gdLst/>
            <a:ahLst/>
            <a:cxnLst/>
            <a:rect l="l" t="t" r="r" b="b"/>
            <a:pathLst>
              <a:path w="7389681" h="7408202">
                <a:moveTo>
                  <a:pt x="0" y="0"/>
                </a:moveTo>
                <a:lnTo>
                  <a:pt x="7389682" y="0"/>
                </a:lnTo>
                <a:lnTo>
                  <a:pt x="7389682" y="7408202"/>
                </a:lnTo>
                <a:lnTo>
                  <a:pt x="0" y="7408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898322">
            <a:off x="-224016" y="6582899"/>
            <a:ext cx="7389681" cy="7408202"/>
          </a:xfrm>
          <a:custGeom>
            <a:avLst/>
            <a:gdLst/>
            <a:ahLst/>
            <a:cxnLst/>
            <a:rect l="l" t="t" r="r" b="b"/>
            <a:pathLst>
              <a:path w="7389681" h="7408202">
                <a:moveTo>
                  <a:pt x="0" y="0"/>
                </a:moveTo>
                <a:lnTo>
                  <a:pt x="7389681" y="0"/>
                </a:lnTo>
                <a:lnTo>
                  <a:pt x="7389681" y="7408202"/>
                </a:lnTo>
                <a:lnTo>
                  <a:pt x="0" y="7408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45661"/>
            <a:ext cx="18288000" cy="2209514"/>
            <a:chOff x="0" y="0"/>
            <a:chExt cx="9414331" cy="1137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14331" cy="1137418"/>
            </a:xfrm>
            <a:custGeom>
              <a:avLst/>
              <a:gdLst/>
              <a:ahLst/>
              <a:cxnLst/>
              <a:rect l="l" t="t" r="r" b="b"/>
              <a:pathLst>
                <a:path w="9414331" h="1137418">
                  <a:moveTo>
                    <a:pt x="0" y="0"/>
                  </a:moveTo>
                  <a:lnTo>
                    <a:pt x="9414331" y="0"/>
                  </a:lnTo>
                  <a:lnTo>
                    <a:pt x="9414331" y="1137418"/>
                  </a:lnTo>
                  <a:lnTo>
                    <a:pt x="0" y="1137418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14331" cy="1175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1363853"/>
            <a:ext cx="9499664" cy="4470383"/>
          </a:xfrm>
          <a:custGeom>
            <a:avLst/>
            <a:gdLst/>
            <a:ahLst/>
            <a:cxnLst/>
            <a:rect l="l" t="t" r="r" b="b"/>
            <a:pathLst>
              <a:path w="9499664" h="4470383">
                <a:moveTo>
                  <a:pt x="0" y="0"/>
                </a:moveTo>
                <a:lnTo>
                  <a:pt x="9499664" y="0"/>
                </a:lnTo>
                <a:lnTo>
                  <a:pt x="9499664" y="4470383"/>
                </a:lnTo>
                <a:lnTo>
                  <a:pt x="0" y="447038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904" r="-2904" b="-1007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99664" y="1363853"/>
            <a:ext cx="8788336" cy="4470383"/>
          </a:xfrm>
          <a:custGeom>
            <a:avLst/>
            <a:gdLst/>
            <a:ahLst/>
            <a:cxnLst/>
            <a:rect l="l" t="t" r="r" b="b"/>
            <a:pathLst>
              <a:path w="8788336" h="4470383">
                <a:moveTo>
                  <a:pt x="0" y="0"/>
                </a:moveTo>
                <a:lnTo>
                  <a:pt x="8788336" y="0"/>
                </a:lnTo>
                <a:lnTo>
                  <a:pt x="8788336" y="4470383"/>
                </a:lnTo>
                <a:lnTo>
                  <a:pt x="0" y="4470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8" r="-248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149861" y="5884743"/>
            <a:ext cx="8699605" cy="4402257"/>
          </a:xfrm>
          <a:custGeom>
            <a:avLst/>
            <a:gdLst/>
            <a:ahLst/>
            <a:cxnLst/>
            <a:rect l="l" t="t" r="r" b="b"/>
            <a:pathLst>
              <a:path w="8699605" h="4402257">
                <a:moveTo>
                  <a:pt x="0" y="0"/>
                </a:moveTo>
                <a:lnTo>
                  <a:pt x="8699605" y="0"/>
                </a:lnTo>
                <a:lnTo>
                  <a:pt x="8699605" y="4402257"/>
                </a:lnTo>
                <a:lnTo>
                  <a:pt x="0" y="4402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5" r="-11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412909" y="19047"/>
            <a:ext cx="7857904" cy="1009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System Screenshot</a:t>
            </a:r>
            <a:endParaRPr lang="en-US" sz="600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9" name="Freeform 9"/>
          <p:cNvSpPr/>
          <p:nvPr/>
        </p:nvSpPr>
        <p:spPr>
          <a:xfrm rot="-1898322">
            <a:off x="-3125079" y="6125389"/>
            <a:ext cx="6250158" cy="6265823"/>
          </a:xfrm>
          <a:custGeom>
            <a:avLst/>
            <a:gdLst/>
            <a:ahLst/>
            <a:cxnLst/>
            <a:rect l="l" t="t" r="r" b="b"/>
            <a:pathLst>
              <a:path w="6250158" h="6265823">
                <a:moveTo>
                  <a:pt x="0" y="0"/>
                </a:moveTo>
                <a:lnTo>
                  <a:pt x="6250158" y="0"/>
                </a:lnTo>
                <a:lnTo>
                  <a:pt x="6250158" y="6265822"/>
                </a:lnTo>
                <a:lnTo>
                  <a:pt x="0" y="6265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898322">
            <a:off x="15876123" y="6125389"/>
            <a:ext cx="6250158" cy="6265823"/>
          </a:xfrm>
          <a:custGeom>
            <a:avLst/>
            <a:gdLst/>
            <a:ahLst/>
            <a:cxnLst/>
            <a:rect l="l" t="t" r="r" b="b"/>
            <a:pathLst>
              <a:path w="6250158" h="6265823">
                <a:moveTo>
                  <a:pt x="0" y="0"/>
                </a:moveTo>
                <a:lnTo>
                  <a:pt x="6250158" y="0"/>
                </a:lnTo>
                <a:lnTo>
                  <a:pt x="6250158" y="6265822"/>
                </a:lnTo>
                <a:lnTo>
                  <a:pt x="0" y="6265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0"/>
            <a:ext cx="1265351" cy="1570977"/>
          </a:xfrm>
          <a:custGeom>
            <a:avLst/>
            <a:gdLst/>
            <a:ahLst/>
            <a:cxnLst/>
            <a:rect l="l" t="t" r="r" b="b"/>
            <a:pathLst>
              <a:path w="1265351" h="1570977">
                <a:moveTo>
                  <a:pt x="0" y="0"/>
                </a:moveTo>
                <a:lnTo>
                  <a:pt x="1265351" y="0"/>
                </a:lnTo>
                <a:lnTo>
                  <a:pt x="1265351" y="1570977"/>
                </a:lnTo>
                <a:lnTo>
                  <a:pt x="0" y="157097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98322">
            <a:off x="13299669" y="5075791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898322">
            <a:off x="-3784911" y="-3899454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6361" y="4080466"/>
            <a:ext cx="8675278" cy="1627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25"/>
              </a:lnSpc>
            </a:pPr>
            <a:r>
              <a:rPr lang="en-US" sz="10690" b="1">
                <a:solidFill>
                  <a:srgbClr val="000000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Thank you</a:t>
            </a:r>
            <a:endParaRPr lang="en-US" sz="10690" b="1">
              <a:solidFill>
                <a:srgbClr val="000000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4805</Words>
  <Application>WPS Presentation</Application>
  <PresentationFormat>Custom</PresentationFormat>
  <Paragraphs>216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Montserrat Bold</vt:lpstr>
      <vt:lpstr>Montserrat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PHARMATRACK: PHARMACY POS</dc:title>
  <dc:creator/>
  <cp:lastModifiedBy>sabub</cp:lastModifiedBy>
  <cp:revision>52</cp:revision>
  <dcterms:created xsi:type="dcterms:W3CDTF">2006-08-16T00:00:00Z</dcterms:created>
  <dcterms:modified xsi:type="dcterms:W3CDTF">2025-12-10T13:27:14Z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015A613BB44545D18F399E7925CF3410_12</vt:lpwstr>
  </property>
  <property fmtid="{D5CDD505-2E9C-101B-9397-08002B2CF9AE}" pid="3" name="KSOProductBuildVer">
    <vt:lpwstr>2057-12.2.0.23149</vt:lpwstr>
  </property>
</Properties>
</file>